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2. State the objective in one sentence: Clean, handle missing data, treat outliers, and engineer features on messy data, with defended decisions. Then tell them the week's arc: we explore the idea in an interactive model, practice on a low-stakes slice, and apply it to your own project in Recover the Signal (skills drill).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Recover the Signal (skills drill),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Recover the Signal (skills drill)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2</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Preprocessing messy and dynamic data</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3–4  ·  about 18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Clean, handle missing data, treat outliers, and engineer features on messy data, with defended decisions.</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Recover the Signal (skills drill):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Cleaning is judgment</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Every transformation is a defensible, reversible, documented decision, not button-pushing.</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Missingness has a mechanism</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MCAR, MAR, MNAR. The mechanism dictates the fix, and imputation is itself a modeling choice.</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Outliers and features</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An outlier is a question, not a delete key. Feature engineering is where domain knowledge enters the model.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Kaggle Data Cleaning + missingno</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Visualize missingness patterns; test an imputation and watch the downstream statistics move.</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Profile your dataset's missingness with missingno and propose a handling strategy per column.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Recover the Signal (skills drill)</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 per-student dataset corrupted from a clean process the instructor holds privately. Cleaning is scored by how closely the recovered statistics match the hidden truth. Named as a drill, not client work.</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Principled, reversible decisions; how close the recovered statistics land.</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Same toolchain: Python + Jupyter, Git, Colab fallback.</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documented cleaning pipeline and a one-page data-quality memo.</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