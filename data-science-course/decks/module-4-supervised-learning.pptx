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4. State the objective in one sentence: Differentiate regression, classification, and tree ensembles, and select a method that fits the problem and data. Then tell them the week's arc: we explore the idea in an interactive model, practice on a low-stakes slice, and apply it to your own project in Private-Leaderboard Competition.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Private-Leaderboard Competition,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Private-Leaderboard Competition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4</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Supervised learning: regression and classification</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Weeks 7–8  ·  about 18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group discussion · feedback</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Differentiate regression, classification, and tree ensembles, and select a method that fits the problem and data.</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Private-Leaderboard Competition: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Problem type before model</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Regression versus classification is a framing decision, made before any algorithm is chosen.</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Interpretation ships with the fit</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Coefficients, feature importances, and stated assumptions are part of the deliverable.</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From linear to ensembles</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Linear and logistic for interpretability; trees and forests for interactions and nonlinearity.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MLU-Explain + TensorFlow Playground</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Drag the regression line; grow a random forest; watch a decision boundary form and then overfit as capacity rises.</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Fit a regression and a classifier on your data; interpret one coefficient and one feature importance.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Private-Leaderboard Competition</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 hosted competition with a hidden test set. The grade weights the private score, the public-versus-private gap that rewards disciplined validation, and a model-selection memo over at least three algorithm families.</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Private-leaderboard performance, validation discipline, and the model-selection reasoning.</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Add a Kaggle Community Competitions or DrivenData account.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 competition submission, a model-selection memo, and a reproducible repository.</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deliverable becomes one stage of the continuous capstone project, assembled across the term, not written at the end.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