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65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analysis, visualization, and the stakeholder story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signal, encode it honestly, and tell a decision-maker where to go, then defend it live.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Michelle Blomberg  ·  CC BY-NC-SA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HOW IT 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 little, then do a little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9280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Facets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8444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7608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53212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chart chooser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6772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9A6B1F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+ defend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recorded segment is short. You pause, practice the concept hands-on, then return for the next piece.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3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WHERE THIS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module sits in the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84832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4832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9584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74336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19088" y="2286000"/>
            <a:ext cx="1737360" cy="868680"/>
          </a:xfrm>
          <a:prstGeom prst="chevron">
            <a:avLst/>
          </a:prstGeom>
          <a:solidFill>
            <a:srgbClr val="7A5080"/>
          </a:solidFill>
          <a:ln w="12700">
            <a:solidFill>
              <a:srgbClr val="7A5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is the communicate layer: exploratory analysis surfaces what is real, and the stakeholder story turns it into a decision a non-technical leader can act on and you can defend under questioning.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3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 and honest encoding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3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before you plot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distributions, missingness, and skew on an unfamiliar dataset, and separate signal worth reporting from noise and artifact.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visual encoding by communicative intent, matching the chart to the question the audience is asking, not to the shape of the data alone.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false precision: state residual uncertainty in words a VP can repeat.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3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chart to the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456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6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or comparing categories. A sorted bar, not a pie.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2A6F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over time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trend across a continuous axis. A line, honestly scaled.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9A6B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Part-to-whole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 of a total. A stacked bar or a single highlighted slice.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7A5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and shape of one variable. A histogram or box.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3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data, told two 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(axis at zero)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907792"/>
            <a:ext cx="914400" cy="1755648"/>
          </a:xfrm>
          <a:prstGeom prst="rect">
            <a:avLst/>
          </a:prstGeom>
          <a:solidFill>
            <a:srgbClr val="456546"/>
          </a:solidFill>
          <a:ln/>
        </p:spPr>
      </p:sp>
      <p:sp>
        <p:nvSpPr>
          <p:cNvPr id="6" name="Shape 4"/>
          <p:cNvSpPr/>
          <p:nvPr/>
        </p:nvSpPr>
        <p:spPr>
          <a:xfrm>
            <a:off x="2148840" y="2688336"/>
            <a:ext cx="914400" cy="1975104"/>
          </a:xfrm>
          <a:prstGeom prst="rect">
            <a:avLst/>
          </a:prstGeom>
          <a:solidFill>
            <a:srgbClr val="456546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2523744"/>
            <a:ext cx="914400" cy="2139696"/>
          </a:xfrm>
          <a:prstGeom prst="rect">
            <a:avLst/>
          </a:prstGeom>
          <a:solidFill>
            <a:srgbClr val="45654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4663440"/>
            <a:ext cx="3840480" cy="0"/>
          </a:xfrm>
          <a:prstGeom prst="line">
            <a:avLst/>
          </a:prstGeom>
          <a:noFill/>
          <a:ln w="19050">
            <a:solidFill>
              <a:srgbClr val="262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(truncated axis)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4224528"/>
            <a:ext cx="914400" cy="438912"/>
          </a:xfrm>
          <a:prstGeom prst="rect">
            <a:avLst/>
          </a:prstGeom>
          <a:solidFill>
            <a:srgbClr val="94395A"/>
          </a:solidFill>
          <a:ln/>
        </p:spPr>
      </p:sp>
      <p:sp>
        <p:nvSpPr>
          <p:cNvPr id="11" name="Shape 9"/>
          <p:cNvSpPr/>
          <p:nvPr/>
        </p:nvSpPr>
        <p:spPr>
          <a:xfrm>
            <a:off x="8275320" y="3346704"/>
            <a:ext cx="914400" cy="1316736"/>
          </a:xfrm>
          <a:prstGeom prst="rect">
            <a:avLst/>
          </a:prstGeom>
          <a:solidFill>
            <a:srgbClr val="94395A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0" y="2688336"/>
            <a:ext cx="914400" cy="1975104"/>
          </a:xfrm>
          <a:prstGeom prst="rect">
            <a:avLst/>
          </a:prstGeom>
          <a:solidFill>
            <a:srgbClr val="94395A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0" y="4663440"/>
            <a:ext cx="3840480" cy="0"/>
          </a:xfrm>
          <a:prstGeom prst="line">
            <a:avLst/>
          </a:prstGeom>
          <a:noFill/>
          <a:ln w="19050">
            <a:solidFill>
              <a:srgbClr val="262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937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numbers. Cutting the axis manufactures a gap the data does not support.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3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Facets: interactive EDA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dataset, sort features by distribution, and surface missing, constant, or skewed values.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at least three features whose shape would change how you would report them.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 minutes, then come back for Part 2.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stakeholder story and the defense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13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3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takeaway title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4565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takeaway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“East side grew twice as fast”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449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figure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earn that title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881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94395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cannot,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figure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Titling with the plain-language takeaway first forces every figure to justify its place. Ink should be proportional to the quantity, and color should not imply order the data lacks.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3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it 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five-minute executive brief is not a deck. Name the decision, make the call, and state what would change your mind.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unscripted, skeptical questions honestly, including “what would change your recommendation?”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uncertainty in a sentence, not a hedge: a confidence interval a non-technical person can repeat.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3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Data-to-Viz and the FT Visual Vocabulary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Data-to-Viz chart chooser to move from your question and data type to a defended chart form, then study its misleading-figure catalog.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final encoding with the Financial Times Visual Vocabulary, matching intent (comparison, change, part-to-whole, distribution) to a specific chart.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20 minutes, then build the formative figures.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PUT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Formative deliverable (completion points)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one honest figure and one deliberately misleading version of the same data (truncate the axis, or switch to an unordered color scale).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two sentences naming exactly what makes the difference between them.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Self-check: the honest version’s ink is proportional to the quantity and its title states an actionable takeaway; you can name the perceptual rule the misleading version breaks.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07492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EAF0EA"/>
          </a:solidFill>
          <a:ln w="12700">
            <a:solidFill>
              <a:srgbClr val="6B8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0749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counts.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work with a short reflection or evidence you ran it. Credited on completion, not scored for correctness. This is the practice that makes the graded simulation go well.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3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9A6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ASSESSMENT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10-Minute Executive Brief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288036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non-technical VP: “We can open one new location, east side or west side. 48 hours, 5 minutes of my time. Don’t send a deck, tell me where to go and why.”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messy operational dataset with gaps. You do the analysis, make the call, and deliver a tight brief.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then defend the recommendation live under unscripted questions.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486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7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 live or recorded oral defense: rehearse it first with the on-device defense-practice tool.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2026-08-06T18:16:52Z</dcterms:created>
  <dcterms:modified xsi:type="dcterms:W3CDTF">2026-08-06T18:16:52Z</dcterms:modified>
</cp:coreProperties>
</file>