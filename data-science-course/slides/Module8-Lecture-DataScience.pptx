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5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the RiverCity consulting engagement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consulting engagement threaded from Week 1. Name the decision, quantify the uncertainty, and defend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decision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45654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+ Model Card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live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WHERE IT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 spans the whole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7627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5079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2531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9983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743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12680" y="265176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2651760"/>
            <a:ext cx="15087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first seven modules comes together: a genuine, ambiguous decision for a real decision-maker, carried from messy multi-source data all the way to a defended recommendation.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defensible engagement looks like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decision and the decision-maker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project names the decision and who makes it, quantifies impact and uncertainty, and states what it would take to change the recommendation.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hands you an ambiguous decision (for example, reallocating a fixed budget across service districts under uncertain demand), not a labeled prediction target.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grade lives: the decision, its communication, and its defense weigh more than the model’s headline metric.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 a stranger can reproduce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engagement is, how to run it, and what it concludes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898648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98648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Data-lineage record.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trail of every source and transformation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31336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environment.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result runs the same on another machine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4764024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764024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Model Card.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plus documented behavior, limits, and provenance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your engagement repository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README, the pinned environment, and the data-lineage record before you model anything.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the client contact and the course tutor for support, without outsourcing the judgment being assessed.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across the capstone weeks.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defense, and handling drift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stakeholder defense: 20 minutes, three role-players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on the decision, the impact, and the cost of being wrong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officer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on fairness, consent, provenance, and governance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on reproducibility, validation, and leakage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that holds under a follow-up versus one that unravels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shift: the detect–diagnose–adapt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batch differs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and why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A6B1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or re-scope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313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ongoing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month’s accuracy is not this month’s accuracy. A defensible engagement says how it would detect and respond to shift, not just how it performed once.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the defense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on-device defense-practice tool to answer randomized, unscripted questions one at a time.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honest answer to “what would change your recommendation?” before the real board.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recording stays on your device; nothing is uploaded.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HOW IT IS GRADED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grade lives in the decision and its defense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communication.  </a:t>
            </a:r>
            <a:pPr indent="0" marL="0"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defensible recommendation a stakeholder can act 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6207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defense.  </a:t>
            </a:r>
            <a:pPr indent="0" marL="0"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hold under unscripted follow-up from three role-players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3758184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58184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+ governance.  </a:t>
            </a:r>
            <a:pPr indent="0" marL="0"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repo, a Model Card, and a drift plan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54296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itself.  </a:t>
            </a:r>
            <a:pPr indent="0" marL="0">
              <a:buNone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 and honestly validated, but not the headline of the grade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8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RiverCity Engagement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solo consultant retained by RiverCity, a recurring client you have tracked since Week 1.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one-page brief hands you a genuine, ambiguous decision and messy, multi-source data, not a labeled target.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deliver a defended recommendation and defend it live before a three-person stakeholder board.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live or recorded oral defense: rehearse it first with the on-device defense-practice tool.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