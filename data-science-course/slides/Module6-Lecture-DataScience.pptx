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learning: clustering and PCA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label there is no accuracy. Validity comes from stability, cohesion, and interpretability instead.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Setosa PCA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k-means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WHERE THIS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methods live in the analyze layer, finding structure rather than predicting a target. Because there is no held-out accuracy, you argue for a result with converging evidence, never a single plot.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and reading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is a variance-preserving rotation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first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units don’t decide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 the axes of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variance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A6B1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loadings, scree,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313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 few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 are the eigenvectors of the covariance matrix, ordered so the first axis captures the most variance. Loadings tell you what each component means.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standardize before you rotate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standardization, a single large-variance column silently dominates the distance metric and decides the answer.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 plot and cumulative variance tell you how many components to keep.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place each observation in the reduced space, which is where clustering becomes tractable.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Setosa PCA: feel the rotation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points and watch the principal components rotate to follow the direction of greatest variance.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correlation shows up as a dominant first component.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k-means, choosing k, and t-SNE traps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is Lloyd’s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two steps: assign each point to the nearest centroid, then recompute each centroid as the mean of its members.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minimizes within-cluster sum of squares but only converges to a local optimum, so multiple restarts and k-means++ initialization matter.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first, or one large-variance feature dominates the distance.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Argue for k, do not eyeball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or subsample and measure how often the same points cluster together.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silhouette width across candidate k values.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statistic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within-cluster dispersion against a null reference.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 k only where these independent signals converge.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traps of t-SNE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entire picture, so it is a tuning knob, not a truth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898648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9439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98648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9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clusters are not meaningful and must not be read as similarity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9439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31336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9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sizes.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distorted, so a big blob is not a big group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4764024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764024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lens, not evidence.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twice and the layout changes; use it to generate hypotheses, never to count clusters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K-Means and t-SNE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Visualizing K-Means, step through Lloyd’s algorithm by hand: try a bad initialization and watch it settle into a poor local optimum.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How to Use t-SNE Effectively, move the perplexity sliders until you personally reproduce a misleading picture.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18 minutes, then build the formative.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standardized dataset, run PCA and report the variance explained by the first two components.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k-means and choose k using one explicit stability or silhouette argument.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sentences defending your k against the evidence you gathered.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6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Segments, Really?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handed a customer dataset with genuine structure, correlated noise columns, and non-spherical, unequally sized groups that punish naive k-means.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asks: how many distinct groups actually exist, and how would you describe each so we can target them?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judged the way segmentation is defended in industry: converging evidence for the count, not a single elbow plot.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