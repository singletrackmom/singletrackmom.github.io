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2377440" cy="237744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14400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Agentic AI?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chatbot answers. An agent gets the job done.”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vs. agent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chatbots. An agent is the next step: same kind of AI, but pointed at a job and set loose to do real work for you.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822192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32304"/>
            <a:ext cx="566928" cy="566928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257970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95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chatbot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1272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you. You ask a question, it answers, then it stops. Nothing happens until you type again.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18888" y="2212848"/>
            <a:ext cx="3822192" cy="18745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47488" y="2432304"/>
            <a:ext cx="566928" cy="566928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889" y="257970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79008" y="2395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47488" y="31272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given a job, instructions, and often a schedule. It goes and works on its own: searching, gathering, drafting.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AI, new job.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does work for you, not just with you.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agent actually does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goal once. Then, on its own and on a schedule, it runs the same simple loop every time it fires.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19933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7864" y="2432304"/>
            <a:ext cx="603504" cy="603504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775" y="2589215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127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" y="34564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sources you chose for anything new.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51760" y="2212848"/>
            <a:ext cx="19933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46704" y="2432304"/>
            <a:ext cx="603504" cy="603504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615" y="2589215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3127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Gathers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98064" y="34564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relevant results together in one place.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212848"/>
            <a:ext cx="19933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95544" y="2432304"/>
            <a:ext cx="603504" cy="603504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55" y="2589215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3127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946904" y="34564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up a summary, a list, or a first draft for you.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2212848"/>
            <a:ext cx="19933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44384" y="2432304"/>
            <a:ext cx="603504" cy="603504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295" y="2589215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3127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095744" y="34564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 every morning, so it is always current.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once. It keeps working while you do other things.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is three simple parts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magic and it is not code you have to write. An agent is really just three plain ingredients you can read and edit yourself.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.md file: a clear description of the job, in your own words.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profile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working for and what matters to you, so the work fits.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schedule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runs, like every morning, so it works without being asked.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just a .md file.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 + profile + schedule. That is the whole agent.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CLASS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students actually built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agents from AVC 248. Each one is a single instructions file aimed at one person’s goal.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4069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7744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25200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225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Flow</a:t>
            </a:r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Jillian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calm, in-the-zone design work and routines that protect her focus.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0" y="2194560"/>
            <a:ext cx="4069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37744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25200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3225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Soar</a:t>
            </a:r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Jasper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motion and 3D openings and nudges him toward bolder portfolio moves.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246120"/>
            <a:ext cx="4069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5716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374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</a:t>
            </a:r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Kevin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noise and points him at the few tasks that move his search forward.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0" y="3246120"/>
            <a:ext cx="4069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42900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5716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374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Job Hunt</a:t>
            </a:r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shared example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4068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morning, gathers fresh postings, and drafts a short shortlist.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0292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person, one goal, one instructions file. That is the pattern.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BEGIN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practice agent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build your real agent first. You start small, with a throwaway practice agent, just to get the feel of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stakes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matter if it is rough. You are learning the moves, not shipping.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the loop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instructions turn into action, and how small wording changes the output.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confidence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practice agent clicks, building your own real one feels easy.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first. The training wheels come off fast.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keep tweaking 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rarely perfect on the first run. The skill is reading what it gave you, then editing the instructions a little before the next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do its job once with the current instructions.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result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missed, what is noise, and what you wish it caught.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the .md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wording, then run again. Repeat until it is dialed in.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Tweak every run.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dialed-in agent is one you refined, not one you got right the first time.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works while you don’t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point: the busywork of a job search runs in the background, so your time goes to the creative, human parts.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291840" cy="18745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every morning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even open your laptop.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2212848"/>
            <a:ext cx="46177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2432304"/>
            <a:ext cx="457200" cy="45720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54660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24323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lost to manual searching and sorting.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51960" y="2980944"/>
            <a:ext cx="457200" cy="45720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309524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9809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know where your search stands.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51960" y="3529584"/>
            <a:ext cx="457200" cy="45720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364388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46320" y="3529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hours for the design work only you can do.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stay the designer. The agent handles the grind.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2560320" cy="256032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3566160"/>
            <a:ext cx="2377440" cy="237744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98448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Next, you will build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agent.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“Start with practice. Tweak until it’s yours.”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Agentic AI?</dc:title>
  <dc:subject>PptxGenJS Presentation</dc:subject>
  <dc:creator>Michelle Blomberg</dc:creator>
  <cp:lastModifiedBy>Michelle Blomberg</cp:lastModifiedBy>
  <cp:revision>1</cp:revision>
  <dcterms:created xsi:type="dcterms:W3CDTF">2026-06-21T16:48:31Z</dcterms:created>
  <dcterms:modified xsi:type="dcterms:W3CDTF">2026-06-21T16:48:31Z</dcterms:modified>
</cp:coreProperties>
</file>