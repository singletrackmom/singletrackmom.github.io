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280160"/>
            <a:ext cx="3108960" cy="3108960"/>
          </a:xfrm>
          <a:prstGeom prst="ellipse">
            <a:avLst/>
          </a:prstGeom>
          <a:solidFill>
            <a:srgbClr val="7A508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2926080"/>
            <a:ext cx="2560320" cy="2560320"/>
          </a:xfrm>
          <a:prstGeom prst="ellipse">
            <a:avLst/>
          </a:prstGeom>
          <a:solidFill>
            <a:srgbClr val="7A5080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05840" y="3383280"/>
            <a:ext cx="2377440" cy="2377440"/>
          </a:xfrm>
          <a:prstGeom prst="ellipse">
            <a:avLst/>
          </a:prstGeom>
          <a:solidFill>
            <a:srgbClr val="7A5080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777240" cy="9144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AVC 248  ·  DESIGN SELF-PROMOTION  ·  WEEK 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7955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 Letter,</a:t>
            </a:r>
            <a:endParaRPr lang="en-US" sz="4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Elevator Pitch</a:t>
            </a:r>
            <a:endParaRPr lang="en-US" sz="4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Identity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492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“Write it in your own voice. AI only gives feedback, never the draft.”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VOICE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cover letter is you talking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i="1" dirty="0">
                <a:solidFill>
                  <a:srgbClr val="3A2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resume lists what you did. The cover letter connects you to this specific job, in your own voice. You write it.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512064" cy="512064"/>
          </a:xfrm>
          <a:prstGeom prst="ellipse">
            <a:avLst/>
          </a:prstGeom>
          <a:solidFill>
            <a:srgbClr val="7A508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177" y="2058497"/>
            <a:ext cx="235549" cy="235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8379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your voice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34440" y="209397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Tone, warmth, and personality the resume cannot carry. It has to sound like you.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02920" y="2679192"/>
            <a:ext cx="512064" cy="512064"/>
          </a:xfrm>
          <a:prstGeom prst="ellipse">
            <a:avLst/>
          </a:prstGeom>
          <a:solidFill>
            <a:srgbClr val="6B8F6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77" y="2817449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5968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connects you to the job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234440" y="28529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studio, why this role, why you. The bridge only you can build.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438144"/>
            <a:ext cx="512064" cy="512064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7" y="3576401"/>
            <a:ext cx="235549" cy="23554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355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it yourself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234440" y="36118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your own words and your own reasons. The draft is always yours first.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0" y="2103120"/>
            <a:ext cx="3154680" cy="2331720"/>
          </a:xfrm>
          <a:prstGeom prst="rect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771132" y="2322576"/>
            <a:ext cx="530352" cy="530352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2464308"/>
            <a:ext cx="246888" cy="2468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28529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4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715000" y="3145536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write it first.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715000" y="3602736"/>
            <a:ext cx="2697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only reacts to a letter you already wrote.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498848"/>
            <a:ext cx="8229600" cy="566928"/>
          </a:xfrm>
          <a:prstGeom prst="rect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03504" y="4572000"/>
            <a:ext cx="420624" cy="420624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681728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07008" y="4498848"/>
            <a:ext cx="7479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Customize it every time.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generic cover letter reads generic. Tailor it to the exact job.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CAREER SERVICES FORMAT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paragraphs, three jobs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i="1" dirty="0">
                <a:solidFill>
                  <a:srgbClr val="3A2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GCC guide structures every cover letter the same way. Each paragraph has one clear purpose.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697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94560"/>
            <a:ext cx="2697480" cy="73152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2450592"/>
            <a:ext cx="548640" cy="548640"/>
          </a:xfrm>
          <a:prstGeom prst="ellipse">
            <a:avLst/>
          </a:prstGeom>
          <a:solidFill>
            <a:srgbClr val="7A508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16736" y="246888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reason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" y="3108960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position, how you learned of it, any referral by name, and something you know about the company.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4408" y="2194560"/>
            <a:ext cx="2697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4408" y="2194560"/>
            <a:ext cx="2697480" cy="73152"/>
          </a:xfrm>
          <a:prstGeom prst="rect">
            <a:avLst/>
          </a:prstGeom>
          <a:solidFill>
            <a:srgbClr val="6B8F6E"/>
          </a:solidFill>
          <a:ln/>
        </p:spPr>
      </p:sp>
      <p:sp>
        <p:nvSpPr>
          <p:cNvPr id="14" name="Shape 12"/>
          <p:cNvSpPr/>
          <p:nvPr/>
        </p:nvSpPr>
        <p:spPr>
          <a:xfrm>
            <a:off x="3465576" y="2450592"/>
            <a:ext cx="548640" cy="548640"/>
          </a:xfrm>
          <a:prstGeom prst="ellipse">
            <a:avLst/>
          </a:prstGeom>
          <a:solidFill>
            <a:srgbClr val="6B8F6E"/>
          </a:solidFill>
          <a:ln/>
        </p:spPr>
      </p:sp>
      <p:sp>
        <p:nvSpPr>
          <p:cNvPr id="15" name="Text 13"/>
          <p:cNvSpPr/>
          <p:nvPr/>
        </p:nvSpPr>
        <p:spPr>
          <a:xfrm>
            <a:off x="346557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23944" y="246888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marketing paragraph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465576" y="3108960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want it, how your background qualifies you, a personal trait, a short story, and company research.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71616" y="2194560"/>
            <a:ext cx="2697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2194560"/>
            <a:ext cx="2697480" cy="73152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20" name="Shape 18"/>
          <p:cNvSpPr/>
          <p:nvPr/>
        </p:nvSpPr>
        <p:spPr>
          <a:xfrm>
            <a:off x="6272784" y="2450592"/>
            <a:ext cx="548640" cy="548640"/>
          </a:xfrm>
          <a:prstGeom prst="ellipse">
            <a:avLst/>
          </a:prstGeom>
          <a:solidFill>
            <a:srgbClr val="B8956A"/>
          </a:solidFill>
          <a:ln/>
        </p:spPr>
      </p:sp>
      <p:sp>
        <p:nvSpPr>
          <p:cNvPr id="21" name="Text 19"/>
          <p:cNvSpPr/>
          <p:nvPr/>
        </p:nvSpPr>
        <p:spPr>
          <a:xfrm>
            <a:off x="6272784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31152" y="246888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&amp; thank you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72784" y="3108960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the hiring manager for considering you. Enthusiasm makes them more likely to take interest.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498848"/>
            <a:ext cx="8229600" cy="566928"/>
          </a:xfrm>
          <a:prstGeom prst="rect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" y="4572000"/>
            <a:ext cx="420624" cy="420624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4681728"/>
            <a:ext cx="201168" cy="20116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207008" y="4498848"/>
            <a:ext cx="7479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the company research.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their About Us and mission, then ask yourself: would I enjoy reading this?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LAID OUT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letter format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i="1" dirty="0">
                <a:solidFill>
                  <a:srgbClr val="3A2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it up like a professional letter. The structure signals that you take the role seriously.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39319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148840"/>
            <a:ext cx="109728" cy="1920240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23317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name, address, phone, email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name and address block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Re: Job ID 44567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Hiring Manager,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...three paragraphs...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Sincerely,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signature and name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0" y="2103120"/>
            <a:ext cx="3154680" cy="2331720"/>
          </a:xfrm>
          <a:prstGeom prst="rect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71132" y="2322576"/>
            <a:ext cx="530352" cy="530352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4" y="2464308"/>
            <a:ext cx="246888" cy="2468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669280" y="28529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4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IT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715000" y="3145536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or memo too.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715000" y="3602736"/>
            <a:ext cx="2697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 PDF, Word, or a Google Doc link named for the job.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498848"/>
            <a:ext cx="8229600" cy="566928"/>
          </a:xfrm>
          <a:prstGeom prst="rect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3504" y="4572000"/>
            <a:ext cx="420624" cy="420624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681728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207008" y="4498848"/>
            <a:ext cx="7479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proper business punctuation.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an email version short enough to read without scrolling.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INTERVIEW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thank-you letter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i="1" dirty="0">
                <a:solidFill>
                  <a:srgbClr val="3A2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Follow-up letters show interest and appreciation, and continue a dialogue your competition may skip. Three short paragraphs.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512064" cy="512064"/>
          </a:xfrm>
          <a:prstGeom prst="ellipse">
            <a:avLst/>
          </a:prstGeom>
          <a:solidFill>
            <a:srgbClr val="7A508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177" y="2058497"/>
            <a:ext cx="235549" cy="235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8379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Thank them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34440" y="209397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the reader for the call, interview, or advice they gave you.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02920" y="2679192"/>
            <a:ext cx="512064" cy="512064"/>
          </a:xfrm>
          <a:prstGeom prst="ellipse">
            <a:avLst/>
          </a:prstGeom>
          <a:solidFill>
            <a:srgbClr val="6B8F6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77" y="2817449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5968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Raise one qualification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234440" y="28529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your fit, or highlight one unique qualification for this specific job.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438144"/>
            <a:ext cx="512064" cy="512064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7" y="3576401"/>
            <a:ext cx="235549" cy="23554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355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Point to the next step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234440" y="36118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 your interest in moving forward and that you look forward to hearing back.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0" y="2103120"/>
            <a:ext cx="3154680" cy="2331720"/>
          </a:xfrm>
          <a:prstGeom prst="rect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771132" y="2322576"/>
            <a:ext cx="530352" cy="530352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2464308"/>
            <a:ext cx="246888" cy="2468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28529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4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SHORT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715000" y="3145536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letter header.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715000" y="3602736"/>
            <a:ext cx="2697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employer block, greeting, and your signature.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498848"/>
            <a:ext cx="8229600" cy="566928"/>
          </a:xfrm>
          <a:prstGeom prst="rect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03504" y="4572000"/>
            <a:ext cx="420624" cy="420624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681728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07008" y="4498848"/>
            <a:ext cx="7479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 it promptly.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short, sincere thank-you keeps you on their mind.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COMES 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gives feedback, never the draft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i="1" dirty="0">
                <a:solidFill>
                  <a:srgbClr val="3A2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Once you have written your letter, AI can react to it. It tightens and reflects back. It does not write it for you.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512064" cy="512064"/>
          </a:xfrm>
          <a:prstGeom prst="ellipse">
            <a:avLst/>
          </a:prstGeom>
          <a:solidFill>
            <a:srgbClr val="7A508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177" y="2058497"/>
            <a:ext cx="235549" cy="235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8379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feedback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34440" y="209397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what is unclear or generic in the letter you wrote, then you decide what to change.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02920" y="2679192"/>
            <a:ext cx="512064" cy="512064"/>
          </a:xfrm>
          <a:prstGeom prst="ellipse">
            <a:avLst/>
          </a:prstGeom>
          <a:solidFill>
            <a:srgbClr val="6B8F6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77" y="2817449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5968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it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234440" y="28529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to trim a paragraph you wrote without losing your meaning or your voice.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438144"/>
            <a:ext cx="512064" cy="512064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7" y="3576401"/>
            <a:ext cx="235549" cy="23554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355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drafts it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234440" y="36118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generate the letter. A letter you did not write cannot sound like you.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0" y="2194560"/>
            <a:ext cx="3154680" cy="2194560"/>
          </a:xfrm>
          <a:prstGeom prst="rect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771132" y="2414016"/>
            <a:ext cx="530352" cy="530352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2555748"/>
            <a:ext cx="246888" cy="2468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294436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4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715000" y="3236976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and tightening only.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715000" y="402336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writing stays yours, start to finish.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498848"/>
            <a:ext cx="8229600" cy="566928"/>
          </a:xfrm>
          <a:prstGeom prst="rect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03504" y="4572000"/>
            <a:ext cx="420624" cy="420624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681728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07008" y="4498848"/>
            <a:ext cx="7479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wrote it first.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reacts to your words. It never replaces them.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OUT LOUD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elevator pitch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i="1" dirty="0">
                <a:solidFill>
                  <a:srgbClr val="3A2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Thirty seconds, no script in hand. Who you are and what you make, said with confidence. You will use it constantly.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512064" cy="512064"/>
          </a:xfrm>
          <a:prstGeom prst="ellipse">
            <a:avLst/>
          </a:prstGeom>
          <a:solidFill>
            <a:srgbClr val="7A508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177" y="2058497"/>
            <a:ext cx="235549" cy="235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8379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34440" y="209397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three sentences. If it needs a windup, it is too long.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02920" y="2679192"/>
            <a:ext cx="512064" cy="512064"/>
          </a:xfrm>
          <a:prstGeom prst="ellipse">
            <a:avLst/>
          </a:prstGeom>
          <a:solidFill>
            <a:srgbClr val="6B8F6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77" y="2817449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5968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234440" y="28529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Steady, clear, no apologizing. You belong in the room.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438144"/>
            <a:ext cx="512064" cy="512064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7" y="3576401"/>
            <a:ext cx="235549" cy="23554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355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you are + what you make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234440" y="36118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name, your craft, the kind of work you do. Specific, not vague.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0" y="2103120"/>
            <a:ext cx="3154680" cy="2331720"/>
          </a:xfrm>
          <a:prstGeom prst="rect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771132" y="2322576"/>
            <a:ext cx="530352" cy="530352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2464308"/>
            <a:ext cx="246888" cy="2468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28529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4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715000" y="3145536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Until it sounds like you.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715000" y="3931920"/>
            <a:ext cx="2697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natural voice, not a memorized line.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498848"/>
            <a:ext cx="8229600" cy="566928"/>
          </a:xfrm>
          <a:prstGeom prst="rect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03504" y="4572000"/>
            <a:ext cx="420624" cy="420624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681728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07008" y="4498848"/>
            <a:ext cx="7479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Rehearse it out loud.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pitch only works when it sounds effortless.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 IS YOU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personal identity system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i="1" dirty="0">
                <a:solidFill>
                  <a:srgbClr val="3A2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a designer, you are also a brand. A small, consistent identity system makes you look intentional and memorable.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697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94560"/>
            <a:ext cx="2697480" cy="73152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468880"/>
            <a:ext cx="512064" cy="512064"/>
          </a:xfrm>
          <a:prstGeom prst="ellipse">
            <a:avLst/>
          </a:prstGeom>
          <a:solidFill>
            <a:srgbClr val="7A508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615184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310896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mark or logo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" y="3438144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personal mark or wordmark that feels like your work.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64408" y="2194560"/>
            <a:ext cx="2697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64408" y="2194560"/>
            <a:ext cx="2697480" cy="73152"/>
          </a:xfrm>
          <a:prstGeom prst="rect">
            <a:avLst/>
          </a:prstGeom>
          <a:solidFill>
            <a:srgbClr val="6B8F6E"/>
          </a:solidFill>
          <a:ln/>
        </p:spPr>
      </p:sp>
      <p:sp>
        <p:nvSpPr>
          <p:cNvPr id="14" name="Shape 11"/>
          <p:cNvSpPr/>
          <p:nvPr/>
        </p:nvSpPr>
        <p:spPr>
          <a:xfrm>
            <a:off x="3493008" y="2468880"/>
            <a:ext cx="512064" cy="512064"/>
          </a:xfrm>
          <a:prstGeom prst="ellipse">
            <a:avLst/>
          </a:prstGeom>
          <a:solidFill>
            <a:srgbClr val="6B8F6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2615184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93008" y="310896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business card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493008" y="3438144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well-set, easy to hand over. A tiny portfolio piece.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071616" y="2194560"/>
            <a:ext cx="2697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71616" y="2194560"/>
            <a:ext cx="2697480" cy="73152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20" name="Shape 16"/>
          <p:cNvSpPr/>
          <p:nvPr/>
        </p:nvSpPr>
        <p:spPr>
          <a:xfrm>
            <a:off x="6300216" y="2468880"/>
            <a:ext cx="512064" cy="512064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615184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00216" y="310896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Consistent system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300216" y="3438144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type, color, and mark across resume, card, and site.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457200" y="4498848"/>
            <a:ext cx="8229600" cy="566928"/>
          </a:xfrm>
          <a:prstGeom prst="rect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03504" y="4572000"/>
            <a:ext cx="420624" cy="420624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681728"/>
            <a:ext cx="201168" cy="20116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207008" y="4498848"/>
            <a:ext cx="7479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 pieces match,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read as a professional, not a student.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THEM REMEMBER YOU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leave-behind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i="1" dirty="0">
                <a:solidFill>
                  <a:srgbClr val="3A2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leave-behind is the physical or digital piece you leave after a meeting, so you stay in the room after you leave it.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512064" cy="512064"/>
          </a:xfrm>
          <a:prstGeom prst="ellipse">
            <a:avLst/>
          </a:prstGeom>
          <a:solidFill>
            <a:srgbClr val="7A508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177" y="2058497"/>
            <a:ext cx="235549" cy="235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8379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to keep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34440" y="209397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printed card, mini-portfolio, or sticker set that carries your identity.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02920" y="2679192"/>
            <a:ext cx="512064" cy="512064"/>
          </a:xfrm>
          <a:prstGeom prst="ellipse">
            <a:avLst/>
          </a:prstGeom>
          <a:solidFill>
            <a:srgbClr val="6B8F6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77" y="2817449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5968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On-brand and useful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234440" y="28529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matches your system and gives them a reason to hold onto it.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438144"/>
            <a:ext cx="512064" cy="512064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7" y="3576401"/>
            <a:ext cx="235549" cy="23554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355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you top of mind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234440" y="36118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they sort through candidates, yours is the one still on the desk.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0" y="2103120"/>
            <a:ext cx="3154680" cy="2331720"/>
          </a:xfrm>
          <a:prstGeom prst="rect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771132" y="2322576"/>
            <a:ext cx="530352" cy="530352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2464308"/>
            <a:ext cx="246888" cy="2468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28529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4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715000" y="3145536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lasting impression.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715000" y="3931920"/>
            <a:ext cx="2697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leave-behind outlasts the meeting.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498848"/>
            <a:ext cx="8229600" cy="566928"/>
          </a:xfrm>
          <a:prstGeom prst="rect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03504" y="4572000"/>
            <a:ext cx="420624" cy="420624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681728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07008" y="4498848"/>
            <a:ext cx="7479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it worth keeping.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Useful and on-brand beats flashy every time.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IT TOGETHER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self-promotion kit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i="1" dirty="0">
                <a:solidFill>
                  <a:srgbClr val="3A2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stretch you will have a connected set of pieces, all in your own voice and your own visual language.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1993392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94560"/>
            <a:ext cx="1993392" cy="73152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450592"/>
            <a:ext cx="493776" cy="493776"/>
          </a:xfrm>
          <a:prstGeom prst="ellipse">
            <a:avLst/>
          </a:prstGeom>
          <a:solidFill>
            <a:srgbClr val="7A508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587752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06324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 letter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35204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you, tightened with AI feedback.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560320" y="2194560"/>
            <a:ext cx="1993392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0" y="2194560"/>
            <a:ext cx="1993392" cy="73152"/>
          </a:xfrm>
          <a:prstGeom prst="rect">
            <a:avLst/>
          </a:prstGeom>
          <a:solidFill>
            <a:srgbClr val="6B8F6E"/>
          </a:solidFill>
          <a:ln/>
        </p:spPr>
      </p:sp>
      <p:sp>
        <p:nvSpPr>
          <p:cNvPr id="14" name="Shape 11"/>
          <p:cNvSpPr/>
          <p:nvPr/>
        </p:nvSpPr>
        <p:spPr>
          <a:xfrm>
            <a:off x="2743200" y="2450592"/>
            <a:ext cx="493776" cy="493776"/>
          </a:xfrm>
          <a:prstGeom prst="ellipse">
            <a:avLst/>
          </a:prstGeom>
          <a:solidFill>
            <a:srgbClr val="6B8F6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258775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0" y="306324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Thank-you letter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743200" y="35204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short paragraphs, sent promptly.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663440" y="2194560"/>
            <a:ext cx="1993392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63440" y="2194560"/>
            <a:ext cx="1993392" cy="73152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20" name="Shape 16"/>
          <p:cNvSpPr/>
          <p:nvPr/>
        </p:nvSpPr>
        <p:spPr>
          <a:xfrm>
            <a:off x="4846320" y="2450592"/>
            <a:ext cx="493776" cy="493776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587752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846320" y="306324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Elevator pitch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846320" y="35204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confident, ready to say out loud.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766560" y="2194560"/>
            <a:ext cx="1993392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766560" y="2194560"/>
            <a:ext cx="1993392" cy="73152"/>
          </a:xfrm>
          <a:prstGeom prst="rect">
            <a:avLst/>
          </a:prstGeom>
          <a:solidFill>
            <a:srgbClr val="C4929E"/>
          </a:solidFill>
          <a:ln/>
        </p:spPr>
      </p:sp>
      <p:sp>
        <p:nvSpPr>
          <p:cNvPr id="26" name="Shape 21"/>
          <p:cNvSpPr/>
          <p:nvPr/>
        </p:nvSpPr>
        <p:spPr>
          <a:xfrm>
            <a:off x="6949440" y="2450592"/>
            <a:ext cx="493776" cy="493776"/>
          </a:xfrm>
          <a:prstGeom prst="ellipse">
            <a:avLst/>
          </a:prstGeom>
          <a:solidFill>
            <a:srgbClr val="C4929E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2587752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49440" y="306324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+ leave-behind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6949440" y="35204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look, a piece that outlasts the meeting.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457200" y="4498848"/>
            <a:ext cx="8229600" cy="566928"/>
          </a:xfrm>
          <a:prstGeom prst="rect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603504" y="4572000"/>
            <a:ext cx="420624" cy="420624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681728"/>
            <a:ext cx="201168" cy="20116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207008" y="4498848"/>
            <a:ext cx="7479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voice, one look,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across everything you hand someone.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C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280160"/>
            <a:ext cx="3108960" cy="3108960"/>
          </a:xfrm>
          <a:prstGeom prst="ellipse">
            <a:avLst/>
          </a:prstGeom>
          <a:solidFill>
            <a:srgbClr val="7A508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2926080"/>
            <a:ext cx="2560320" cy="2560320"/>
          </a:xfrm>
          <a:prstGeom prst="ellipse">
            <a:avLst/>
          </a:prstGeom>
          <a:solidFill>
            <a:srgbClr val="7A5080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05840" y="3383280"/>
            <a:ext cx="2377440" cy="2377440"/>
          </a:xfrm>
          <a:prstGeom prst="ellipse">
            <a:avLst/>
          </a:prstGeom>
          <a:solidFill>
            <a:srgbClr val="7A5080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777240" cy="9144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VOICE, YOUR IDENTITY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7955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voice.</a:t>
            </a:r>
            <a:endParaRPr lang="en-US" sz="4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identity.</a:t>
            </a:r>
            <a:endParaRPr lang="en-US" sz="4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pitch.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492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“Write it yourself. It only works when it sounds like you.”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Letter, Elevator Pitch &amp; Identity</dc:title>
  <dc:subject>PptxGenJS Presentation</dc:subject>
  <dc:creator>Michelle B.</dc:creator>
  <cp:lastModifiedBy>Michelle B.</cp:lastModifiedBy>
  <cp:revision>1</cp:revision>
  <dcterms:created xsi:type="dcterms:W3CDTF">2026-06-21T18:00:56Z</dcterms:created>
  <dcterms:modified xsi:type="dcterms:W3CDTF">2026-06-21T18:00:56Z</dcterms:modified>
</cp:coreProperties>
</file>