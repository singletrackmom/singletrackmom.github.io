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914400"/>
            <a:ext cx="2377440" cy="237744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108960"/>
            <a:ext cx="2194560" cy="219456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14400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Goals +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Reach Job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vague goal can’t guide a single decision.”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goals are too vague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designer their career goal and you usually get one foggy sentence. It sounds nice, but it can’t actually steer anything.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broad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01568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a design job” fits a thousand roles and points at none of them.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detail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01568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industry, no setting, no day-to-day. Nothing to plan around.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direction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4808" y="3401568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can’t pick your next task, it can’t guide your semester.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goal you can’t act on isn’t really a goal yet.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strong goal includes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goal is specific enough to plan around. It names all of these pieces: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21408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2240280"/>
            <a:ext cx="512064" cy="512064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857" y="2373417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76148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551176" y="2121408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36976" y="2240280"/>
            <a:ext cx="512064" cy="512064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113" y="237341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51176" y="276148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99432" y="2121408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85232" y="2240280"/>
            <a:ext cx="512064" cy="512064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369" y="237341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9432" y="276148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647688" y="2121408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33488" y="2240280"/>
            <a:ext cx="512064" cy="512064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625" y="2373417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47688" y="276148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02920" y="3200400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188720" y="3319272"/>
            <a:ext cx="512064" cy="512064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857" y="3452409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920" y="3840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Day-to-day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2551176" y="3200400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36976" y="3319272"/>
            <a:ext cx="512064" cy="512064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113" y="3452409"/>
            <a:ext cx="245791" cy="24579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551176" y="3840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4599432" y="3200400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285232" y="3319272"/>
            <a:ext cx="512064" cy="512064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8369" y="3452409"/>
            <a:ext cx="245791" cy="24579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599432" y="3840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647688" y="3200400"/>
            <a:ext cx="1883664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7333488" y="3319272"/>
            <a:ext cx="512064" cy="512064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6625" y="3452409"/>
            <a:ext cx="245791" cy="245791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647688" y="3840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range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all eight, and your goal can finally do its job.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DIFFERENCE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vs. strong goal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822192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128016" cy="269748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73936"/>
            <a:ext cx="530352" cy="530352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906524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739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2468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3A2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want to get a graphic design job somewhere good after I graduate.”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role, industry, setting, pay, or timeline. Nothing to build 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18888" y="1554480"/>
            <a:ext cx="3822192" cy="269748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93208" y="1773936"/>
            <a:ext cx="530352" cy="530352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96" y="1906524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33288" y="17739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093208" y="2395728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“Junior motion designer at a mid-size brand studio in Denver or remote, animating social and product spots day-to-day, hired within a year, on a team that values craft, paying $58K to $68K.”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93208" y="3675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7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is named. You can plan around it.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person. One version you can act 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reach job posting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turn the goal into something concrete: find one real job posting that excites you, just out of reach, and make it your anchor.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posting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listing you found, not a made-up wish.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reach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above your current level, something to grow into.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72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anchor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64808" y="340156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the whole semester’s work steady in one place.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posting, chosen on purpose, beats a hundred maybes.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aligns to 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reach job is set, every assignment this semester points back at it. That is what keeps your work focused.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017520" cy="1874520"/>
          </a:xfrm>
          <a:prstGeom prst="rect">
            <a:avLst/>
          </a:prstGeom>
          <a:solidFill>
            <a:srgbClr val="7A508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68880"/>
            <a:ext cx="566928" cy="566928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61061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27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reach job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6027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at the center of it all.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49040" y="2212848"/>
            <a:ext cx="48920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77640" y="2395728"/>
            <a:ext cx="475488" cy="475488"/>
          </a:xfrm>
          <a:prstGeom prst="ellipse">
            <a:avLst/>
          </a:prstGeom>
          <a:solidFill>
            <a:srgbClr val="7A50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251460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3957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its exact requirements.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977640" y="2948940"/>
            <a:ext cx="475488" cy="475488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06781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29489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prep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its team and role.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977640" y="3502152"/>
            <a:ext cx="475488" cy="475488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62102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17720" y="35021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Skill-building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the gaps it reveals.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solidFill>
            <a:srgbClr val="5C3A63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job, total alignment.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wasted effort, no guessing what to work on next.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 a little higher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reach job stretches you on purpose. Even if you don’t land that exact role, the work you do chasing it lifts everything.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68880"/>
            <a:ext cx="548640" cy="548640"/>
          </a:xfrm>
          <a:prstGeom prst="ellipse">
            <a:avLst/>
          </a:prstGeom>
          <a:solidFill>
            <a:srgbClr val="6B8F6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6115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540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pulls you 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" y="3493008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toward a stretch role grows skills a safe job never would.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68880"/>
            <a:ext cx="548640" cy="548640"/>
          </a:xfrm>
          <a:prstGeom prst="ellipse">
            <a:avLst/>
          </a:prstGeom>
          <a:solidFill>
            <a:srgbClr val="C4929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6115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0540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keeps you motivated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493008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you actually want is worth the steady effort all term.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611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0540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You’re ready either way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64808" y="3493008"/>
            <a:ext cx="218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it, or land the next tier down fully prepared. You win both.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high. The climb is where the growth happens.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2560320" cy="256032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3566160"/>
            <a:ext cx="2377440" cy="237744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98448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3619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goal and reach job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foundation.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“Everything else is built on top of this.”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Strong Goals + Your Reach Job</dc:title>
  <dc:subject>PptxGenJS Presentation</dc:subject>
  <dc:creator>Michelle Blomberg</dc:creator>
  <cp:lastModifiedBy>Michelle Blomberg</cp:lastModifiedBy>
  <cp:revision>1</cp:revision>
  <dcterms:created xsi:type="dcterms:W3CDTF">2026-06-21T16:48:32Z</dcterms:created>
  <dcterms:modified xsi:type="dcterms:W3CDTF">2026-06-21T16:48:32Z</dcterms:modified>
</cp:coreProperties>
</file>