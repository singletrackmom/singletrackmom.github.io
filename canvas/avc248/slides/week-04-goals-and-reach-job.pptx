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914400"/>
            <a:ext cx="2377440" cy="2377440"/>
          </a:xfrm>
          <a:prstGeom prst="ellipse">
            <a:avLst/>
          </a:prstGeom>
          <a:solidFill>
            <a:srgbClr val="7A508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108960"/>
            <a:ext cx="2194560" cy="2194560"/>
          </a:xfrm>
          <a:prstGeom prst="ellipse">
            <a:avLst/>
          </a:prstGeom>
          <a:solidFill>
            <a:srgbClr val="C4929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914400"/>
            <a:ext cx="566928" cy="109728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Goals +</a:t>
            </a:r>
            <a:endParaRPr lang="en-US" sz="4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Reach Job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AVC 248  ·  Design Self-Promotion  ·  Week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703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vague goal can’t guide a single decision.”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goals are too vague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designer their career goal and you usually get one foggy sentence. It sounds nice, but it can’t actually steer anything.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68880"/>
            <a:ext cx="548640" cy="54864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broad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a design job” fits a thousand roles and points at none of them.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96996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3028" y="2468880"/>
            <a:ext cx="548640" cy="54864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3028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detail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3028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industry, no setting, no day-to-day. Nothing to plan around.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91072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16" name="Text 14"/>
          <p:cNvSpPr/>
          <p:nvPr/>
        </p:nvSpPr>
        <p:spPr>
          <a:xfrm>
            <a:off x="6547104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direction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47104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can’t pick your next task, it can’t guide your semester.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goal you can’t act on isn’t really a goal yet.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98" y="2611526"/>
            <a:ext cx="263347" cy="263347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74" y="2611526"/>
            <a:ext cx="263347" cy="263347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2611526"/>
            <a:ext cx="263347" cy="2633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strong goal includes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goal is specific enough to plan around. It names all of these pieces: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350008"/>
            <a:ext cx="502920" cy="50292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21488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87752" y="2148840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16352" y="2350008"/>
            <a:ext cx="502920" cy="50292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21488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72584" y="2148840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01184" y="2350008"/>
            <a:ext cx="502920" cy="502920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4" name="Text 12"/>
          <p:cNvSpPr/>
          <p:nvPr/>
        </p:nvSpPr>
        <p:spPr>
          <a:xfrm>
            <a:off x="5495544" y="21488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757416" y="2148840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86016" y="2350008"/>
            <a:ext cx="502920" cy="502920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17" name="Text 15"/>
          <p:cNvSpPr/>
          <p:nvPr/>
        </p:nvSpPr>
        <p:spPr>
          <a:xfrm>
            <a:off x="7580376" y="21488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3364992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336499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Day-to-day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87752" y="3364992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16352" y="3566160"/>
            <a:ext cx="502920" cy="50292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336499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72584" y="3364992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01184" y="3566160"/>
            <a:ext cx="502920" cy="502920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26" name="Text 24"/>
          <p:cNvSpPr/>
          <p:nvPr/>
        </p:nvSpPr>
        <p:spPr>
          <a:xfrm>
            <a:off x="5495544" y="336499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757416" y="3364992"/>
            <a:ext cx="1920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86016" y="3566160"/>
            <a:ext cx="502920" cy="502920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29" name="Text 27"/>
          <p:cNvSpPr/>
          <p:nvPr/>
        </p:nvSpPr>
        <p:spPr>
          <a:xfrm>
            <a:off x="7580376" y="336499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 range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all eight, and your goal can finally do its job.</a:t>
            </a:r>
            <a:endParaRPr lang="en-US" sz="135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111" y="2480767"/>
            <a:ext cx="241402" cy="241402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" y="2480767"/>
            <a:ext cx="241402" cy="241402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775" y="2480767"/>
            <a:ext cx="241402" cy="241402"/>
          </a:xfrm>
          <a:prstGeom prst="rect">
            <a:avLst/>
          </a:prstGeom>
        </p:spPr>
      </p:pic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943" y="2480767"/>
            <a:ext cx="241402" cy="241402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7111" y="3696919"/>
            <a:ext cx="241402" cy="241402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" y="3696919"/>
            <a:ext cx="241402" cy="241402"/>
          </a:xfrm>
          <a:prstGeom prst="rect">
            <a:avLst/>
          </a:prstGeom>
        </p:spPr>
      </p:pic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943" y="3696919"/>
            <a:ext cx="241402" cy="241402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6775" y="3696919"/>
            <a:ext cx="241402" cy="241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DIFFERENCE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Weak vs. strong goal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822192" cy="2788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54480"/>
            <a:ext cx="128016" cy="278892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73936"/>
            <a:ext cx="530352" cy="530352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77393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to get a graphic design job somewhere good after I graduate.”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role, industry, setting, pay, or timeline. Nothing to build 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18888" y="1554480"/>
            <a:ext cx="3822192" cy="2788920"/>
          </a:xfrm>
          <a:prstGeom prst="rect">
            <a:avLst/>
          </a:prstGeom>
          <a:solidFill>
            <a:srgbClr val="7A5080"/>
          </a:solidFill>
          <a:ln/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93208" y="1773936"/>
            <a:ext cx="530352" cy="530352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3" name="Text 11"/>
          <p:cNvSpPr/>
          <p:nvPr/>
        </p:nvSpPr>
        <p:spPr>
          <a:xfrm>
            <a:off x="5733288" y="177393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093208" y="2395728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“Junior motion designer at a mid-size brand studio in Denver or remote, animating social and product spots day-to-day, hired within a year, on a team that values craft, paying $58K to $68K.”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93208" y="3767328"/>
            <a:ext cx="3291840" cy="457200"/>
          </a:xfrm>
          <a:prstGeom prst="rect">
            <a:avLst/>
          </a:prstGeom>
          <a:solidFill>
            <a:srgbClr val="E7DFE6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37673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C3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is named. You can plan around 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person. One version you can act on.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911828"/>
            <a:ext cx="254569" cy="254569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00" y="1911828"/>
            <a:ext cx="254569" cy="2545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REAL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two real job postings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goal into something concrete by anchoring to real listings. You will pick two: one local you could actually walk into, and one reach that can be anywhere.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40233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128016" cy="214884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331720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2331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 one: Local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035808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studio, agency, or company near you.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Services can build relationships with local employers, so a nearby target opens real doors.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40233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103120"/>
            <a:ext cx="128016" cy="2148840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233172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14" name="Text 12"/>
          <p:cNvSpPr/>
          <p:nvPr/>
        </p:nvSpPr>
        <p:spPr>
          <a:xfrm>
            <a:off x="5596128" y="2331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 two: Reach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92040" y="3035808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posting that excites you, just out of reach, anywhere.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above your current level, something to grow into. It can be in any city or fully remote.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postings, chosen on purpose. One close to home, one to grow into.</a:t>
            </a:r>
            <a:endParaRPr lang="en-US" sz="135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41" y="2479121"/>
            <a:ext cx="272125" cy="272125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641" y="2479121"/>
            <a:ext cx="272125" cy="272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Creative jobs beyond Indeed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design roles often never hit the big generic boards. Search where creative employers actually post.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21408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21408"/>
            <a:ext cx="1993392" cy="9144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30428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AIGA Design Jobs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72491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design org’s board.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15184" y="2121408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15184" y="2121408"/>
            <a:ext cx="1993392" cy="9144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12" name="Text 10"/>
          <p:cNvSpPr/>
          <p:nvPr/>
        </p:nvSpPr>
        <p:spPr>
          <a:xfrm>
            <a:off x="2798064" y="230428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798064" y="272491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Adobe’s creative network and jobs.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27448" y="2121408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27448" y="2121408"/>
            <a:ext cx="1993392" cy="9144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4910328" y="230428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Dribbble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10328" y="272491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community with a job board.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39712" y="2121408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39712" y="2121408"/>
            <a:ext cx="1993392" cy="91440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20" name="Text 18"/>
          <p:cNvSpPr/>
          <p:nvPr/>
        </p:nvSpPr>
        <p:spPr>
          <a:xfrm>
            <a:off x="7022592" y="230428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ArtStation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022592" y="272491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 games and visual dev.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346704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346704"/>
            <a:ext cx="1993392" cy="9144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29584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CreativeHeads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85800" y="39502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Games, film, and animation roles.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15184" y="3346704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615184" y="3346704"/>
            <a:ext cx="1993392" cy="9144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28" name="Text 26"/>
          <p:cNvSpPr/>
          <p:nvPr/>
        </p:nvSpPr>
        <p:spPr>
          <a:xfrm>
            <a:off x="2798064" y="3529584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 Jobs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798064" y="39502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design and dev board.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27448" y="3346704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27448" y="3346704"/>
            <a:ext cx="1993392" cy="9144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0328" y="3529584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Not Working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4910328" y="39502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creative talent network.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39712" y="3346704"/>
            <a:ext cx="1993392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39712" y="3346704"/>
            <a:ext cx="1993392" cy="91440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36" name="Text 34"/>
          <p:cNvSpPr/>
          <p:nvPr/>
        </p:nvSpPr>
        <p:spPr>
          <a:xfrm>
            <a:off x="7022592" y="3529584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 careers pages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7022592" y="39502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direct on a studio’s own site.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526280"/>
            <a:ext cx="8229600" cy="566928"/>
          </a:xfrm>
          <a:prstGeom prst="rect">
            <a:avLst/>
          </a:prstGeom>
          <a:solidFill>
            <a:srgbClr val="5C3A63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4526280"/>
            <a:ext cx="8229600" cy="56692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find your local AIGA chapter. It is where nearby studios and designers gather.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aligns to them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local and reach jobs are set, every assignment this semester points back at them. That is what keeps your work focused.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212848"/>
            <a:ext cx="3017520" cy="1874520"/>
          </a:xfrm>
          <a:prstGeom prst="rect">
            <a:avLst/>
          </a:prstGeom>
          <a:solidFill>
            <a:srgbClr val="7A5080"/>
          </a:solidFill>
          <a:ln/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46888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27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target jobs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602736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at the center of it 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49040" y="2212848"/>
            <a:ext cx="48920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86200" y="2249424"/>
            <a:ext cx="402336" cy="402336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21284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</a:t>
            </a:r>
            <a:pPr algn="l" indent="0" marL="0">
              <a:buNone/>
            </a:pPr>
            <a:r>
              <a:rPr lang="en-US" sz="12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tailored to their exact requirements.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2766060"/>
            <a:ext cx="48920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86200" y="2802636"/>
            <a:ext cx="402336" cy="402336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27660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 </a:t>
            </a:r>
            <a:pPr algn="l" indent="0" marL="0">
              <a:buNone/>
            </a:pPr>
            <a:r>
              <a:rPr lang="en-US" sz="12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built around their teams and roles.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3319272"/>
            <a:ext cx="48920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86200" y="3355848"/>
            <a:ext cx="402336" cy="402336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331927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Skill-building </a:t>
            </a:r>
            <a:pPr algn="l" indent="0" marL="0">
              <a:buNone/>
            </a:pPr>
            <a:r>
              <a:rPr lang="en-US" sz="12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aimed at the gaps they reveal.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370832"/>
            <a:ext cx="8229600" cy="566928"/>
          </a:xfrm>
          <a:prstGeom prst="rect">
            <a:avLst/>
          </a:prstGeom>
          <a:solidFill>
            <a:srgbClr val="5C3A6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370832"/>
            <a:ext cx="8229600" cy="56692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jobs, total alignment.  No wasted effort, no guessing what to work on next.</a:t>
            </a:r>
            <a:endParaRPr lang="en-US" sz="15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2616281"/>
            <a:ext cx="272125" cy="272125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807" y="2354031"/>
            <a:ext cx="193121" cy="193121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807" y="2907243"/>
            <a:ext cx="193121" cy="193121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807" y="3460455"/>
            <a:ext cx="193121" cy="1931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 a little higher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reach job stretches you on purpose. Even if you don’t land that exact role, the work you do chasing it lifts everything.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68880"/>
            <a:ext cx="548640" cy="54864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pulls you 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toward a stretch role grows skills a safe job never would.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96996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3028" y="2468880"/>
            <a:ext cx="548640" cy="54864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3028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keeps you motivated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3028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you actually want is worth the steady effort all term.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91072" y="224028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6547104" y="307238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ready either way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47104" y="34015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it, or land the next tier down fully prepared. You win both.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high. The climb is where the growth happens.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98" y="2611526"/>
            <a:ext cx="263347" cy="263347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74" y="2611526"/>
            <a:ext cx="263347" cy="263347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2611526"/>
            <a:ext cx="263347" cy="2633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822960"/>
            <a:ext cx="2560320" cy="2560320"/>
          </a:xfrm>
          <a:prstGeom prst="ellipse">
            <a:avLst/>
          </a:prstGeom>
          <a:solidFill>
            <a:srgbClr val="7A508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640080" y="3566160"/>
            <a:ext cx="2377440" cy="2377440"/>
          </a:xfrm>
          <a:prstGeom prst="ellipse">
            <a:avLst/>
          </a:prstGeom>
          <a:solidFill>
            <a:srgbClr val="7A5080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98448"/>
            <a:ext cx="566928" cy="109728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36192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goals and jobs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the foundation.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“Everything else is built on top of this.”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Strong Goals + Your Reach Job</dc:title>
  <dc:subject>PptxGenJS Presentation</dc:subject>
  <dc:creator>Michelle Blomberg</dc:creator>
  <cp:lastModifiedBy>Michelle Blomberg</cp:lastModifiedBy>
  <cp:revision>1</cp:revision>
  <dcterms:created xsi:type="dcterms:W3CDTF">2026-06-21T17:28:17Z</dcterms:created>
  <dcterms:modified xsi:type="dcterms:W3CDTF">2026-06-21T17:28:17Z</dcterms:modified>
</cp:coreProperties>
</file>