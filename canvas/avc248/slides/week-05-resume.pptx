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108960" cy="310896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3383280"/>
            <a:ext cx="2377440" cy="2377440"/>
          </a:xfrm>
          <a:prstGeom prst="ellipse">
            <a:avLst/>
          </a:prstGeom>
          <a:solidFill>
            <a:srgbClr val="7A508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77240" cy="914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Resume: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Career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Format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write it yourself first. AI only helps you tailor it.”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GCC CAREER SERVICES FORMAT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goes on your resume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GCC Career Services guide lays out a clear set of sections, in this order. Build yours around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66544"/>
            <a:ext cx="457200" cy="45720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9456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Header / Contact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5603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a larger font (bold is fine), a professional email, and a phone. Street address is optional, omit it if you post publicly.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883664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2066544"/>
            <a:ext cx="457200" cy="45720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19456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Summary of Qualifications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29000" y="25603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six bullets, tailored to the posting. Third person, no I, me, or my. Preferred over an objective.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883664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2066544"/>
            <a:ext cx="457200" cy="457200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19456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Education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17920" y="25603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chronological. Institution, city and state, degree, major, grad month and year. GPA only if above 3.0.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346704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65760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511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Academic Projects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402336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only if relevant. Bullet the problem, your role, the actions you took, and the result.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3346704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29000" y="3529584"/>
            <a:ext cx="457200" cy="45720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365760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3511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Experience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429000" y="402336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company, city and state, month and year dates. Action-verb bullets that show accomplishments, not just duties.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35040" y="3346704"/>
            <a:ext cx="2697480" cy="1371600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6217920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TIGHT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21792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pages max. Last ten years only, and only what is relevant to this job.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write it first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your story, and only you have lived it. Every section comes out of your own head before any tool touches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 story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393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path, your projects, your wins. No tool knows them the way you do.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6395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0220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81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know your work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37688"/>
            <a:ext cx="393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did, what was hard, what you are proud of. In your words.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0766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4592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25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skill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581400"/>
            <a:ext cx="393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it yourself is how you learn to talk about your work. That is real interview prep.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never drafts it.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02736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is always yours.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 on paper first.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it all down, then shape it into the sections above.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OF THE 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Header and Summary of Qualifications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inch of your resume decides whether they keep reading. Make it professional and make it about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95144"/>
            <a:ext cx="39776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95144"/>
            <a:ext cx="3977640" cy="45720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9514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CONTACT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898648"/>
            <a:ext cx="3611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a larger font, bold is fine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(first and last name)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address optional, omit if posting publicly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295144"/>
            <a:ext cx="39776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95144"/>
            <a:ext cx="3977640" cy="45720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29514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QUALIFICATIONS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898648"/>
            <a:ext cx="3611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over an objective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six bullets, tailored to the posting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person, no I, me, or my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posting’s required qualifications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objective is optional.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used, make it specific. The guide prefers putting it in your cover letter.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SECTIONS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Education, Projects, Experience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three sections carry the proof. List them in reverse chronological order, most recent first.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37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Institution, city/state, degree, major, grad month and year. Add Relevant Coursework by class title.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663952"/>
            <a:ext cx="512064" cy="512064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0220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81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Projects (optional)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2837688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relevant. One bullet set per project: the problem, your role, the actions, the result.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407664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4592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25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5814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company, city and state, month and year dates. Volunteer and internships count, title the section Experience.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532120" y="2194560"/>
            <a:ext cx="3108960" cy="192024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71500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715000" y="2706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GCC, Glendale, AZ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71500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in Business, Accounting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May 2026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3.9 </a:t>
            </a:r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E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(shown only because it is above 3.0)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results, not duties.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bullet should prove what you accomplished, not just what you were assigned.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STRONG BULLETS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an action verb, then quantify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bullet starts with an action verb, no pronouns, and a number whenever possible.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3931920" cy="45720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what you did + 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mattered,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accomplished, or the skill you used.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Quantify: money · time · amounts · situation · scope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240280"/>
            <a:ext cx="109728" cy="91440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</a:t>
            </a:r>
            <a:pPr algn="l" indent="0" marL="0">
              <a:buNone/>
            </a:pPr>
            <a:r>
              <a:rPr lang="en-US" sz="1050" i="1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and vague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“Achieved an increase by providing excellent customer service”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4023360" cy="120700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200400"/>
            <a:ext cx="109728" cy="120700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</a:t>
            </a:r>
            <a:pPr algn="l" indent="0" marL="0">
              <a:buNone/>
            </a:pPr>
            <a:r>
              <a:rPr lang="en-US" sz="1050" i="1" dirty="0">
                <a:solidFill>
                  <a:srgbClr val="E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and specific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3566160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“Achieved a 25% increase in sales within three months by providing exceptional customer service to new and existing clients”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I, me, or my.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Developed a training manual, not I developed a training manual.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FORMAT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structure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writing, different arrangement. Choose the format that shows your strengths for this job.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9384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9384"/>
            <a:ext cx="2697480" cy="73152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85416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33172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0998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39242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 in one section, most recent first. Best when you have steady growth in your field.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64408" y="1929384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1929384"/>
            <a:ext cx="2697480" cy="73152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5" name="Shape 12"/>
          <p:cNvSpPr/>
          <p:nvPr/>
        </p:nvSpPr>
        <p:spPr>
          <a:xfrm>
            <a:off x="3493008" y="2185416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33172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93008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93008" y="30998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Skills-based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93008" y="339242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your skills up front, downplays job history. Good when you have little or no experience.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71616" y="1929384"/>
            <a:ext cx="2697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71616" y="1929384"/>
            <a:ext cx="2697480" cy="731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00216" y="2185416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3172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0216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00216" y="30998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brief history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00216" y="339242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skills, then a short work history. Great for students and career changers.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 is the student’s friend.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shows your skills first, then proves them with a brief history.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STANDARDS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Do’s and Don’ts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from the Career Services guide. Check your draft against both columns before you send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9384"/>
            <a:ext cx="39776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9384"/>
            <a:ext cx="3977640" cy="45720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938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3611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action verbs and bullets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accomplishments, not duties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whenever possible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professional email; last 10 years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and tailor to each posting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two pages; stay consistent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two people review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929384"/>
            <a:ext cx="39776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29384"/>
            <a:ext cx="3977640" cy="45720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92938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532888"/>
            <a:ext cx="3611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I, me, or my; have typos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or list personal info (age, photo, SSN)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salary or reasons for leaving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high school once you have a degree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acronyms, jargon, or fancy fonts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paragraphs or a vague objective</a:t>
            </a:r>
            <a:endParaRPr lang="en-US" sz="1150" dirty="0"/>
          </a:p>
          <a:p>
            <a:pPr algn="l"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 dates; month and year is enough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COMES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tailors after you have written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your own draft and revisions exist, AI becomes a second set of eyes. It tightens and tailors. It never writes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42425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203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to a posting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4597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job posting next to your draft and ask which of your wording lines up with what they want.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9077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304604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weak verbs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34440" y="3081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flag flat verbs in lines you already wrote, then you choose stronger ones.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529584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66784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match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3444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whether your resume reflects the posting’s key requirements, so you can fix gaps yourself.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2103120"/>
            <a:ext cx="3154680" cy="23317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71132" y="232257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464308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8529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314553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Tailor, strengthen, check.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931920"/>
            <a:ext cx="2697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writes it for you.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4572000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817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4498848"/>
            <a:ext cx="7479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wrote it, then revised it.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only sharpens what is already yours.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it three ways (and design it well)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applications want different files. Keep all three on hand so you are ready for any submission.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95144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496312"/>
            <a:ext cx="457200" cy="45720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6243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(.doc)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00837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email and many online applications.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4408" y="2295144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5576" y="2496312"/>
            <a:ext cx="457200" cy="45720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62432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14216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PDF (.pdf)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65576" y="300837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layout intact. Most systems accept it.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71616" y="2295144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2496312"/>
            <a:ext cx="457200" cy="457200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2432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(.txt)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72784" y="300837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pasting into application boxes with no formatting.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968496"/>
            <a:ext cx="8229600" cy="868680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" y="4197096"/>
            <a:ext cx="420624" cy="42062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30682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968496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DESIGNER’S EDGE 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creative roles you may also make a visually designed version, but it must follow these same content rules and stay clean and readable. Always keep a plain, ATS-friendly version too.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3108960" cy="310896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3383280"/>
            <a:ext cx="2377440" cy="2377440"/>
          </a:xfrm>
          <a:prstGeom prst="ellipse">
            <a:avLst/>
          </a:prstGeom>
          <a:solidFill>
            <a:srgbClr val="7A508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77240" cy="914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by you.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Tailored with AI.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be read.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“Build it in the Career Services format. Then make it impossible to ignore.”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Resume: The Career Services Format</dc:title>
  <dc:subject>PptxGenJS Presentation</dc:subject>
  <dc:creator>Michelle B.</dc:creator>
  <cp:lastModifiedBy>Michelle B.</cp:lastModifiedBy>
  <cp:revision>1</cp:revision>
  <dcterms:created xsi:type="dcterms:W3CDTF">2026-06-21T18:02:50Z</dcterms:created>
  <dcterms:modified xsi:type="dcterms:W3CDTF">2026-06-21T18:02:50Z</dcterms:modified>
</cp:coreProperties>
</file>