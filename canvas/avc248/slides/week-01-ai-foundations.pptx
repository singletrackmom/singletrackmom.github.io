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280160"/>
            <a:ext cx="4023360" cy="4023360"/>
          </a:xfrm>
          <a:prstGeom prst="ellipse">
            <a:avLst/>
          </a:prstGeom>
          <a:solidFill>
            <a:srgbClr val="7A508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2834640"/>
            <a:ext cx="2377440" cy="2377440"/>
          </a:xfrm>
          <a:prstGeom prst="ellipse">
            <a:avLst/>
          </a:prstGeom>
          <a:solidFill>
            <a:srgbClr val="6B8F6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Foundations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before we open Render  ·  AVC 248  ·  Week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“Just enough to use it well.”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66928" y="40690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9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an AI class. We will cover only what you need to use AI thoughtfully.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LLM?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trained on huge amounts of text to predict the next words. </a:t>
            </a:r>
            <a:pPr algn="l"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at heart it is a very strong pattern and prediction engine.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i="1" dirty="0">
                <a:solidFill>
                  <a:srgbClr val="C492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often sounds confident, even when it is wrong.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4617720" cy="320040"/>
          </a:xfrm>
          <a:prstGeom prst="roundRect">
            <a:avLst>
              <a:gd name="adj" fmla="val 14286"/>
            </a:avLst>
          </a:prstGeom>
          <a:solidFill>
            <a:srgbClr val="F1E7F0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270248"/>
            <a:ext cx="4617720" cy="320040"/>
          </a:xfrm>
          <a:prstGeom prst="roundRect">
            <a:avLst>
              <a:gd name="adj" fmla="val 14286"/>
            </a:avLst>
          </a:prstGeom>
          <a:solidFill>
            <a:srgbClr val="F1E7F0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654296"/>
            <a:ext cx="4617720" cy="320040"/>
          </a:xfrm>
          <a:prstGeom prst="roundRect">
            <a:avLst>
              <a:gd name="adj" fmla="val 14286"/>
            </a:avLst>
          </a:prstGeom>
          <a:solidFill>
            <a:srgbClr val="F1E7F0"/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3904488"/>
            <a:ext cx="274320" cy="274320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434" y="3978554"/>
            <a:ext cx="126187" cy="12618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person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58368" y="4288536"/>
            <a:ext cx="274320" cy="274320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34" y="4362602"/>
            <a:ext cx="126187" cy="1261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51560" y="42702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search engine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58368" y="4672584"/>
            <a:ext cx="274320" cy="274320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" y="4746650"/>
            <a:ext cx="126187" cy="1261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465429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always right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532120" y="1691640"/>
            <a:ext cx="3063240" cy="3108960"/>
          </a:xfrm>
          <a:prstGeom prst="roundRect">
            <a:avLst>
              <a:gd name="adj" fmla="val 2985"/>
            </a:avLst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766560" y="2148840"/>
            <a:ext cx="640080" cy="640080"/>
          </a:xfrm>
          <a:prstGeom prst="ellipse">
            <a:avLst/>
          </a:prstGeom>
          <a:solidFill>
            <a:srgbClr val="B8956A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382" y="2321662"/>
            <a:ext cx="294437" cy="29443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760720" y="29718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prediction</a:t>
            </a:r>
            <a:endParaRPr lang="en-US" sz="2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engine, not</a:t>
            </a:r>
            <a:endParaRPr lang="en-US" sz="2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mind.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5760720" y="4160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EAD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but it does not know things the way you 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ITS LANE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 at / Not reliable for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947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CEA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794760" cy="64008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828800"/>
            <a:ext cx="365760" cy="365760"/>
          </a:xfrm>
          <a:prstGeom prst="ellipse">
            <a:avLst/>
          </a:prstGeom>
          <a:solidFill>
            <a:srgbClr val="5C3A63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995" y="19275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691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AT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56032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Tailoring your own material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4800600" y="1691640"/>
            <a:ext cx="37947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F0DEE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691640"/>
            <a:ext cx="3794760" cy="64008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0" y="1828800"/>
            <a:ext cx="365760" cy="365760"/>
          </a:xfrm>
          <a:prstGeom prst="ellipse">
            <a:avLst/>
          </a:prstGeom>
          <a:solidFill>
            <a:srgbClr val="5C3A63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955" y="19275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691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RELIABLE FOR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166360" y="256032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and citations without checking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events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math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needing your personal data</a:t>
            </a:r>
            <a:endParaRPr lang="en-US" sz="15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needing your judgment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CAUTION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can make things up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931920" cy="3017520"/>
          </a:xfrm>
          <a:prstGeom prst="roundRect">
            <a:avLst>
              <a:gd name="adj" fmla="val 3030"/>
            </a:avLst>
          </a:prstGeom>
          <a:solidFill>
            <a:srgbClr val="5C3A63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57400"/>
            <a:ext cx="777240" cy="777240"/>
          </a:xfrm>
          <a:prstGeom prst="ellipse">
            <a:avLst/>
          </a:prstGeom>
          <a:solidFill>
            <a:srgbClr val="B8956A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535" y="2267255"/>
            <a:ext cx="357530" cy="3575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1031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can</a:t>
            </a:r>
            <a:endParaRPr lang="en-US" sz="2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hallucinate.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68680" y="3108960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state wrong things confidently, made-up facts, fake names, invented numbers, all in a convincing tone.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800600" y="1783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are the editor.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800600" y="2514600"/>
            <a:ext cx="3794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56048" y="2606040"/>
            <a:ext cx="365760" cy="365760"/>
          </a:xfrm>
          <a:prstGeom prst="ellipse">
            <a:avLst/>
          </a:prstGeom>
          <a:solidFill>
            <a:srgbClr val="6B8F6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803" y="2704795"/>
            <a:ext cx="168250" cy="168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verify facts, names, and numbers.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00600" y="3200400"/>
            <a:ext cx="3794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56048" y="3291840"/>
            <a:ext cx="365760" cy="365760"/>
          </a:xfrm>
          <a:prstGeom prst="ellipse">
            <a:avLst/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3390595"/>
            <a:ext cx="168250" cy="1682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8640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blindly.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4800600" y="3886200"/>
            <a:ext cx="37947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56048" y="3977640"/>
            <a:ext cx="365760" cy="365760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4803" y="4076395"/>
            <a:ext cx="168250" cy="1682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886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before you use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write a good prompt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91440" cy="47548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837944"/>
            <a:ext cx="365760" cy="36576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37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role and context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955280" y="1837944"/>
            <a:ext cx="365760" cy="365760"/>
          </a:xfrm>
          <a:prstGeom prst="ellipse">
            <a:avLst/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4035" y="1936699"/>
            <a:ext cx="168250" cy="16825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237744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2377440"/>
            <a:ext cx="91440" cy="475488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4" name="Shape 11"/>
          <p:cNvSpPr/>
          <p:nvPr/>
        </p:nvSpPr>
        <p:spPr>
          <a:xfrm>
            <a:off x="841248" y="2432304"/>
            <a:ext cx="365760" cy="365760"/>
          </a:xfrm>
          <a:prstGeom prst="ellipse">
            <a:avLst/>
          </a:prstGeom>
          <a:solidFill>
            <a:srgbClr val="6B8F6E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417320" y="23774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about the task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955280" y="2432304"/>
            <a:ext cx="365760" cy="365760"/>
          </a:xfrm>
          <a:prstGeom prst="ellipse">
            <a:avLst/>
          </a:prstGeom>
          <a:solidFill>
            <a:srgbClr val="6B8F6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035" y="2531059"/>
            <a:ext cx="168250" cy="16825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40080" y="297180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2971800"/>
            <a:ext cx="91440" cy="475488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21" name="Shape 17"/>
          <p:cNvSpPr/>
          <p:nvPr/>
        </p:nvSpPr>
        <p:spPr>
          <a:xfrm>
            <a:off x="841248" y="3026664"/>
            <a:ext cx="365760" cy="36576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22" name="Text 18"/>
          <p:cNvSpPr/>
          <p:nvPr/>
        </p:nvSpPr>
        <p:spPr>
          <a:xfrm>
            <a:off x="841248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1417320" y="29718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examples or your real material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7955280" y="3026664"/>
            <a:ext cx="365760" cy="365760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035" y="3125419"/>
            <a:ext cx="168250" cy="16825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40080" y="356616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0080" y="3566160"/>
            <a:ext cx="91440" cy="475488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3621024"/>
            <a:ext cx="365760" cy="365760"/>
          </a:xfrm>
          <a:prstGeom prst="ellipse">
            <a:avLst/>
          </a:prstGeom>
          <a:solidFill>
            <a:srgbClr val="B8956A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5"/>
          <p:cNvSpPr/>
          <p:nvPr/>
        </p:nvSpPr>
        <p:spPr>
          <a:xfrm>
            <a:off x="1417320" y="356616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format you want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7955280" y="3621024"/>
            <a:ext cx="365760" cy="365760"/>
          </a:xfrm>
          <a:prstGeom prst="ellipse">
            <a:avLst/>
          </a:prstGeom>
          <a:solidFill>
            <a:srgbClr val="B8956A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035" y="3719779"/>
            <a:ext cx="168250" cy="1682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640080" y="416052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40080" y="4160520"/>
            <a:ext cx="91440" cy="47548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5" name="Shape 29"/>
          <p:cNvSpPr/>
          <p:nvPr/>
        </p:nvSpPr>
        <p:spPr>
          <a:xfrm>
            <a:off x="841248" y="4215384"/>
            <a:ext cx="365760" cy="36576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36" name="Text 30"/>
          <p:cNvSpPr/>
          <p:nvPr/>
        </p:nvSpPr>
        <p:spPr>
          <a:xfrm>
            <a:off x="84124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7" name="Text 31"/>
          <p:cNvSpPr/>
          <p:nvPr/>
        </p:nvSpPr>
        <p:spPr>
          <a:xfrm>
            <a:off x="1417320" y="4160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and refine</a:t>
            </a:r>
            <a:endParaRPr lang="en-US" sz="1600" dirty="0"/>
          </a:p>
        </p:txBody>
      </p:sp>
      <p:sp>
        <p:nvSpPr>
          <p:cNvPr id="38" name="Shape 32"/>
          <p:cNvSpPr/>
          <p:nvPr/>
        </p:nvSpPr>
        <p:spPr>
          <a:xfrm>
            <a:off x="7955280" y="4215384"/>
            <a:ext cx="365760" cy="365760"/>
          </a:xfrm>
          <a:prstGeom prst="ellipse">
            <a:avLst/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035" y="4314139"/>
            <a:ext cx="168250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DIFFERENCE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Weak vs strong prompt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7947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0DEE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27632"/>
            <a:ext cx="3794760" cy="54864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276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404872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3A2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“Write my resume.”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13639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role, no context, no material, no format. You get something generic that is not really yours.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00600" y="1627632"/>
            <a:ext cx="37947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A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627632"/>
            <a:ext cx="3794760" cy="54864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16276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28600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hiring manager for junior motion designers. Here is my current resume [paste] and this job posting [paste]. Suggest edits to my bullet points so they match the posting’s language, keep it truthful to my real experience, and return a bulleted list of suggested changes.”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5C3A6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315968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strong prompt gives role, context, your material, and a format. </a:t>
            </a:r>
            <a:pPr algn="ctr" indent="0" marL="0">
              <a:buNone/>
            </a:pPr>
            <a:r>
              <a:rPr lang="en-US" sz="1500" b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still edit the result.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it ethically and responsibly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65960"/>
            <a:ext cx="384048" cy="384048"/>
          </a:xfrm>
          <a:prstGeom prst="ellipse">
            <a:avLst/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01" y="2069653"/>
            <a:ext cx="176662" cy="1766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8288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partner, not a ghostwriter.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846320" y="1783080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47488" y="1965960"/>
            <a:ext cx="384048" cy="384048"/>
          </a:xfrm>
          <a:prstGeom prst="ellipse">
            <a:avLst/>
          </a:prstGeom>
          <a:solidFill>
            <a:srgbClr val="6B8F6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81" y="2069653"/>
            <a:ext cx="176662" cy="1766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96128" y="18288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your own thinking.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2679192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2862072"/>
            <a:ext cx="384048" cy="384048"/>
          </a:xfrm>
          <a:prstGeom prst="ellipse">
            <a:avLst/>
          </a:prstGeom>
          <a:solidFill>
            <a:srgbClr val="C4929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501" y="2965765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27249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input personal, sensitive, or other people’s private data.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4846320" y="2679192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047488" y="2862072"/>
            <a:ext cx="384048" cy="384048"/>
          </a:xfrm>
          <a:prstGeom prst="ellipse">
            <a:avLst/>
          </a:prstGeom>
          <a:solidFill>
            <a:srgbClr val="B8956A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81" y="2965765"/>
            <a:ext cx="176662" cy="17666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596128" y="27249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bias and errors.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548640" y="3575304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9808" y="3758184"/>
            <a:ext cx="384048" cy="384048"/>
          </a:xfrm>
          <a:prstGeom prst="ellipse">
            <a:avLst/>
          </a:prstGeom>
          <a:solidFill>
            <a:srgbClr val="7A5080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501" y="3861877"/>
            <a:ext cx="176662" cy="17666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298448" y="362102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or credit per the assignment.</a:t>
            </a:r>
            <a:endParaRPr lang="en-US" sz="1350" dirty="0"/>
          </a:p>
        </p:txBody>
      </p:sp>
      <p:sp>
        <p:nvSpPr>
          <p:cNvPr id="25" name="Shape 18"/>
          <p:cNvSpPr/>
          <p:nvPr/>
        </p:nvSpPr>
        <p:spPr>
          <a:xfrm>
            <a:off x="4846320" y="3575304"/>
            <a:ext cx="393192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047488" y="3758184"/>
            <a:ext cx="384048" cy="384048"/>
          </a:xfrm>
          <a:prstGeom prst="ellipse">
            <a:avLst/>
          </a:prstGeom>
          <a:solidFill>
            <a:srgbClr val="6B8F6E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181" y="3861877"/>
            <a:ext cx="176662" cy="17666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596128" y="362102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intentionally, given the environmental cost.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2743200"/>
            <a:ext cx="3840480" cy="3840480"/>
          </a:xfrm>
          <a:prstGeom prst="ellipse">
            <a:avLst/>
          </a:prstGeom>
          <a:solidFill>
            <a:srgbClr val="7A508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-1188720"/>
            <a:ext cx="3108960" cy="3108960"/>
          </a:xfrm>
          <a:prstGeom prst="ellipse">
            <a:avLst/>
          </a:prstGeom>
          <a:solidFill>
            <a:srgbClr val="6B8F6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417320"/>
            <a:ext cx="822960" cy="822960"/>
          </a:xfrm>
          <a:prstGeom prst="ellipse">
            <a:avLst/>
          </a:prstGeom>
          <a:solidFill>
            <a:srgbClr val="B8956A"/>
          </a:solidFill>
          <a:ln/>
          <a:effectLst>
            <a:outerShdw sx="100000" sy="100000" kx="0" ky="0" algn="bl" rotWithShape="0" blurRad="88900" dist="38100" dir="81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639519"/>
            <a:ext cx="378562" cy="3785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251460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2697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you are</a:t>
            </a:r>
            <a:endParaRPr lang="en-US" sz="42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Render.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“Your career launchpad is next.”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</dc:title>
  <dc:subject>PptxGenJS Presentation</dc:subject>
  <dc:creator>Michelle Blomberg</dc:creator>
  <cp:lastModifiedBy>Michelle Blomberg</cp:lastModifiedBy>
  <cp:revision>1</cp:revision>
  <dcterms:created xsi:type="dcterms:W3CDTF">2026-06-21T16:06:42Z</dcterms:created>
  <dcterms:modified xsi:type="dcterms:W3CDTF">2026-06-21T16:06:42Z</dcterms:modified>
</cp:coreProperties>
</file>