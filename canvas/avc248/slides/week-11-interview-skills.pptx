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188720"/>
            <a:ext cx="3840480" cy="3840480"/>
          </a:xfrm>
          <a:prstGeom prst="ellipse">
            <a:avLst/>
          </a:prstGeom>
          <a:solidFill>
            <a:srgbClr val="7A508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863840" y="2743200"/>
            <a:ext cx="2468880" cy="2468880"/>
          </a:xfrm>
          <a:prstGeom prst="ellipse">
            <a:avLst/>
          </a:prstGeom>
          <a:solidFill>
            <a:srgbClr val="C4929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1417320"/>
            <a:ext cx="822960" cy="82296"/>
          </a:xfrm>
          <a:prstGeom prst="rect">
            <a:avLst/>
          </a:prstGeom>
          <a:solidFill>
            <a:srgbClr val="B8956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55448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66928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4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AVC 248  ·  Design Self-Promotion  ·  Week 11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3886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“Preparation is what calm confidence is made of.”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  ·  COMPETENCY 7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the company first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in informed signals respect and real interest. It also gives you smarter answers and sharper questions to ask back.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3977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58952" y="2359152"/>
            <a:ext cx="566928" cy="566928"/>
          </a:xfrm>
          <a:prstGeom prst="ellipse">
            <a:avLst/>
          </a:prstGeom>
          <a:solidFill>
            <a:srgbClr val="7A5080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478024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35915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who they are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58952" y="3035808"/>
            <a:ext cx="34655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work, clients, culture, and recent projects. Connect what you find to why you want to be there.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663440" y="2103120"/>
            <a:ext cx="3977640" cy="2286000"/>
          </a:xfrm>
          <a:prstGeom prst="rect">
            <a:avLst/>
          </a:prstGeom>
          <a:solidFill>
            <a:srgbClr val="EFE7F0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663440" y="2103120"/>
            <a:ext cx="91440" cy="2286000"/>
          </a:xfrm>
          <a:prstGeom prst="rect">
            <a:avLst/>
          </a:prstGeom>
          <a:solidFill>
            <a:srgbClr val="B8956A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956048" y="2377440"/>
            <a:ext cx="548640" cy="548640"/>
          </a:xfrm>
          <a:prstGeom prst="ellipse">
            <a:avLst/>
          </a:prstGeom>
          <a:solidFill>
            <a:srgbClr val="B8956A"/>
          </a:solidFill>
          <a:ln/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496312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23560" y="2377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PERFECT AI PROMPT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956048" y="306324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career agent to summarize the company, its recent work, and likely interview questions. Good research is exactly what a strong prompt is built for.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ANSWER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STAR method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they ask about your experience, do not ramble. Walk them through one clear story in four steps.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19933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58952" y="2377440"/>
            <a:ext cx="566928" cy="566928"/>
          </a:xfrm>
          <a:prstGeom prst="ellipse">
            <a:avLst/>
          </a:prstGeom>
          <a:solidFill>
            <a:srgbClr val="7A5080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49631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" y="301752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Situation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58952" y="342900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scene. What was the project and the context?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660904" y="2103120"/>
            <a:ext cx="19933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916936" y="2377440"/>
            <a:ext cx="566928" cy="566928"/>
          </a:xfrm>
          <a:prstGeom prst="ellipse">
            <a:avLst/>
          </a:prstGeom>
          <a:solidFill>
            <a:srgbClr val="6B8F6E"/>
          </a:solidFill>
          <a:ln/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249631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16936" y="301752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2916936" y="342900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 in it. What were you responsible for solving?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818888" y="2103120"/>
            <a:ext cx="19933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5074920" y="2377440"/>
            <a:ext cx="566928" cy="566928"/>
          </a:xfrm>
          <a:prstGeom prst="ellipse">
            <a:avLst/>
          </a:prstGeom>
          <a:solidFill>
            <a:srgbClr val="C4929E"/>
          </a:solidFill>
          <a:ln/>
        </p:spPr>
        <p:txBody>
          <a:bodyPr/>
          <a:p/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2496312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74920" y="301752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5074920" y="342900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actually did. Be specific about your choices.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976872" y="2103120"/>
            <a:ext cx="166420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7232904" y="2377440"/>
            <a:ext cx="566928" cy="566928"/>
          </a:xfrm>
          <a:prstGeom prst="ellipse">
            <a:avLst/>
          </a:prstGeom>
          <a:solidFill>
            <a:srgbClr val="B8956A"/>
          </a:solidFill>
          <a:ln/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76" y="2496312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32904" y="301752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7232904" y="3429000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outcome, ideally measurable. What changed?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ASK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question types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interview questions fall into a few buckets. Recognize the type and you already know how to shape your answer.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19933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58952" y="2377440"/>
            <a:ext cx="566928" cy="566928"/>
          </a:xfrm>
          <a:prstGeom prst="ellipse">
            <a:avLst/>
          </a:prstGeom>
          <a:solidFill>
            <a:srgbClr val="7A5080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49631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" y="301752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you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58952" y="342900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Strengths, goals, why this role. Tie every answer back to their needs.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660904" y="2103120"/>
            <a:ext cx="19933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916936" y="2377440"/>
            <a:ext cx="566928" cy="566928"/>
          </a:xfrm>
          <a:prstGeom prst="ellipse">
            <a:avLst/>
          </a:prstGeom>
          <a:solidFill>
            <a:srgbClr val="6B8F6E"/>
          </a:solidFill>
          <a:ln/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249631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16936" y="301752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Behavioral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2916936" y="342900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about a time. This is where STAR earns its keep.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818888" y="2103120"/>
            <a:ext cx="19933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5074920" y="2377440"/>
            <a:ext cx="566928" cy="566928"/>
          </a:xfrm>
          <a:prstGeom prst="ellipse">
            <a:avLst/>
          </a:prstGeom>
          <a:solidFill>
            <a:srgbClr val="C4929E"/>
          </a:solidFill>
          <a:ln/>
        </p:spPr>
        <p:txBody>
          <a:bodyPr/>
          <a:p/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2496312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74920" y="301752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5074920" y="342900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tools and process. Show how you think, not just what you know.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976872" y="2103120"/>
            <a:ext cx="166420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7232904" y="2377440"/>
            <a:ext cx="566928" cy="566928"/>
          </a:xfrm>
          <a:prstGeom prst="ellipse">
            <a:avLst/>
          </a:prstGeom>
          <a:solidFill>
            <a:srgbClr val="B8956A"/>
          </a:solidFill>
          <a:ln/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76" y="2496312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32904" y="301752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7232904" y="3429000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us through this piece. Know your own work cold.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FIRST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mock interview and the AI Mock Interview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would not present a design you had never rehearsed. Treat the interview the same way: practice until it feels natural.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39776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02920" y="2194560"/>
            <a:ext cx="91440" cy="2240280"/>
          </a:xfrm>
          <a:prstGeom prst="rect">
            <a:avLst/>
          </a:prstGeom>
          <a:solidFill>
            <a:srgbClr val="7A5080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95528" y="2468880"/>
            <a:ext cx="548640" cy="548640"/>
          </a:xfrm>
          <a:prstGeom prst="ellipse">
            <a:avLst/>
          </a:prstGeom>
          <a:solidFill>
            <a:srgbClr val="7A5080"/>
          </a:solidFill>
          <a:ln/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87752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4688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INTERVIEW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5528" y="315468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Rehearse out loud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5528" y="397764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real questions to a real person. Saying it aloud surfaces the gaps that thinking it never does.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663440" y="2194560"/>
            <a:ext cx="39776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663440" y="2194560"/>
            <a:ext cx="91440" cy="2240280"/>
          </a:xfrm>
          <a:prstGeom prst="rect">
            <a:avLst/>
          </a:prstGeom>
          <a:solidFill>
            <a:srgbClr val="6B8F6E"/>
          </a:solidFill>
          <a:ln/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4956048" y="2468880"/>
            <a:ext cx="548640" cy="548640"/>
          </a:xfrm>
          <a:prstGeom prst="ellipse">
            <a:avLst/>
          </a:prstGeom>
          <a:solidFill>
            <a:srgbClr val="6B8F6E"/>
          </a:solidFill>
          <a:ln/>
        </p:spPr>
        <p:txBody>
          <a:bodyPr/>
          <a:p/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587752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23560" y="24688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INTERVIEW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956048" y="315468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on your own time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956048" y="397764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yourself, review the playback, and refine. Watch your pacing, filler words, and eye contact until they tighten up.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SHOW UP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 etiquette and professionalism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deciding whether they want to work with you, not just whether you can do the job. Every small signal counts.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19933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58952" y="2377440"/>
            <a:ext cx="566928" cy="566928"/>
          </a:xfrm>
          <a:prstGeom prst="ellipse">
            <a:avLst/>
          </a:prstGeom>
          <a:solidFill>
            <a:srgbClr val="7A5080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49631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" y="301752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up right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58952" y="342900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 for their culture, arrive early, and bring your portfolio ready to present.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660904" y="2103120"/>
            <a:ext cx="19933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916936" y="2377440"/>
            <a:ext cx="566928" cy="566928"/>
          </a:xfrm>
          <a:prstGeom prst="ellipse">
            <a:avLst/>
          </a:prstGeom>
          <a:solidFill>
            <a:srgbClr val="6B8F6E"/>
          </a:solidFill>
          <a:ln/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249631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16936" y="301752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present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2916936" y="342900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Listen, make eye contact, and let your genuine interest show. Warmth is memorable.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818888" y="2103120"/>
            <a:ext cx="19933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5074920" y="2377440"/>
            <a:ext cx="566928" cy="566928"/>
          </a:xfrm>
          <a:prstGeom prst="ellipse">
            <a:avLst/>
          </a:prstGeom>
          <a:solidFill>
            <a:srgbClr val="C4929E"/>
          </a:solidFill>
          <a:ln/>
        </p:spPr>
        <p:txBody>
          <a:bodyPr/>
          <a:p/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2496312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74920" y="301752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 up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5074920" y="342900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thank-you note within a day. Reference something specific you discussed.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976872" y="2103120"/>
            <a:ext cx="166420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7232904" y="2377440"/>
            <a:ext cx="566928" cy="566928"/>
          </a:xfrm>
          <a:prstGeom prst="ellipse">
            <a:avLst/>
          </a:prstGeom>
          <a:solidFill>
            <a:srgbClr val="B8956A"/>
          </a:solidFill>
          <a:ln/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76" y="2496312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32904" y="301752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 gracious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7232904" y="3429000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everyone, even if it is not a fit. The field is small.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questions to ask them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they say do you have any questions, always say yes. Good questions show you are evaluating the fit too, and that you came prepared.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39776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02920" y="2194560"/>
            <a:ext cx="91440" cy="2240280"/>
          </a:xfrm>
          <a:prstGeom prst="rect">
            <a:avLst/>
          </a:prstGeom>
          <a:solidFill>
            <a:srgbClr val="7A5080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95528" y="2468880"/>
            <a:ext cx="548640" cy="548640"/>
          </a:xfrm>
          <a:prstGeom prst="ellipse">
            <a:avLst/>
          </a:prstGeom>
          <a:solidFill>
            <a:srgbClr val="7A5080"/>
          </a:solidFill>
          <a:ln/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87752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4688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THE WORK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5528" y="315468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success look like?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5528" y="397764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the team, the projects, and how they measure good work. It shows you are picturing yourself contributing.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663440" y="2194560"/>
            <a:ext cx="39776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663440" y="2194560"/>
            <a:ext cx="91440" cy="2240280"/>
          </a:xfrm>
          <a:prstGeom prst="rect">
            <a:avLst/>
          </a:prstGeom>
          <a:solidFill>
            <a:srgbClr val="6B8F6E"/>
          </a:solidFill>
          <a:ln/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4956048" y="2468880"/>
            <a:ext cx="548640" cy="548640"/>
          </a:xfrm>
          <a:prstGeom prst="ellipse">
            <a:avLst/>
          </a:prstGeom>
          <a:solidFill>
            <a:srgbClr val="6B8F6E"/>
          </a:solidFill>
          <a:ln/>
        </p:spPr>
        <p:txBody>
          <a:bodyPr/>
          <a:p/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587752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23560" y="24688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GROWTH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956048" y="315468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designers grow here?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956048" y="397764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Mentorship, feedback, and where the role can lead. You are choosing them as much as they are choosing you.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CAMERA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Virtual interview tips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interviews are now standard. A few small setup choices make you look polished and let the conversation flow.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27066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58952" y="2404872"/>
            <a:ext cx="566928" cy="566928"/>
          </a:xfrm>
          <a:prstGeom prst="ellipse">
            <a:avLst/>
          </a:prstGeom>
          <a:solidFill>
            <a:srgbClr val="7A5080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523744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404872"/>
            <a:ext cx="1563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everything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58952" y="3081528"/>
            <a:ext cx="21945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camera, mic, and connection ahead of time. Have a backup plan if the link drops.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37560" y="2148840"/>
            <a:ext cx="27066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3593592" y="2404872"/>
            <a:ext cx="566928" cy="566928"/>
          </a:xfrm>
          <a:prstGeom prst="ellipse">
            <a:avLst/>
          </a:prstGeom>
          <a:solidFill>
            <a:srgbClr val="6B8F6E"/>
          </a:solidFill>
          <a:ln/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2523744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97680" y="2404872"/>
            <a:ext cx="1563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 yourself well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593592" y="3081528"/>
            <a:ext cx="21945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light on your face, a clean background, and the camera at eye level. Look at the lens, not the screen.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172200" y="2148840"/>
            <a:ext cx="2468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6428232" y="2404872"/>
            <a:ext cx="566928" cy="566928"/>
          </a:xfrm>
          <a:prstGeom prst="ellipse">
            <a:avLst/>
          </a:prstGeom>
          <a:solidFill>
            <a:srgbClr val="C4929E"/>
          </a:solidFill>
          <a:ln/>
        </p:spPr>
        <p:txBody>
          <a:bodyPr/>
          <a:p/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2523744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32320" y="240487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 it for real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428232" y="3081528"/>
            <a:ext cx="19568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room, no distractions, and dressed as if in person. Virtual is still an interview.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C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2011680"/>
            <a:ext cx="3657600" cy="3657600"/>
          </a:xfrm>
          <a:prstGeom prst="ellipse">
            <a:avLst/>
          </a:prstGeom>
          <a:solidFill>
            <a:srgbClr val="7A508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914400" y="-1280160"/>
            <a:ext cx="2743200" cy="2743200"/>
          </a:xfrm>
          <a:prstGeom prst="ellipse">
            <a:avLst/>
          </a:prstGeom>
          <a:solidFill>
            <a:srgbClr val="C4929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1691640"/>
            <a:ext cx="822960" cy="82296"/>
          </a:xfrm>
          <a:prstGeom prst="rect">
            <a:avLst/>
          </a:prstGeom>
          <a:solidFill>
            <a:srgbClr val="B8956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82880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Prepared, present,</a:t>
            </a:r>
            <a:endParaRPr lang="en-US" sz="4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unmistakably you.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3429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“You have done the work. Now go show it.”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Interview Skills</dc:title>
  <dc:subject>PptxGenJS Presentation</dc:subject>
  <dc:creator>AVC 248</dc:creator>
  <cp:lastModifiedBy>AVC 248</cp:lastModifiedBy>
  <cp:revision>1</cp:revision>
  <dcterms:created xsi:type="dcterms:W3CDTF">2026-06-21T17:23:23Z</dcterms:created>
  <dcterms:modified xsi:type="dcterms:W3CDTF">2026-06-21T17:23:23Z</dcterms:modified>
</cp:coreProperties>
</file>