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3840480" cy="3840480"/>
          </a:xfrm>
          <a:prstGeom prst="ellipse">
            <a:avLst/>
          </a:prstGeom>
          <a:solidFill>
            <a:srgbClr val="7A5080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743200"/>
            <a:ext cx="2468880" cy="2468880"/>
          </a:xfrm>
          <a:prstGeom prst="ellipse">
            <a:avLst/>
          </a:prstGeom>
          <a:solidFill>
            <a:srgbClr val="C4929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822960" cy="82296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Final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248  ·  Design Self-Promotion  ·  Week 12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“Everything you built, ready to send.”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 LINE  ·  COMPETENCIES 2, 3, 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Pulling it all together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class exercise anymore. Your final package is a real submission, polished and aimed at an actual employer you want to work for.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51760" cy="2148840"/>
          </a:xfrm>
          <a:prstGeom prst="rect">
            <a:avLst/>
          </a:prstGeom>
          <a:solidFill>
            <a:srgbClr val="EFE7F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240280"/>
            <a:ext cx="2651760" cy="91440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7802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3300984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application to a company you would be proud to join.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2240280"/>
            <a:ext cx="2651760" cy="2148840"/>
          </a:xfrm>
          <a:prstGeom prst="rect">
            <a:avLst/>
          </a:prstGeom>
          <a:solidFill>
            <a:srgbClr val="EAF1EA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2240280"/>
            <a:ext cx="2651760" cy="91440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47802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8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20440" y="3300984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from the semester, working together as one package.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2240280"/>
            <a:ext cx="2560320" cy="2148840"/>
          </a:xfrm>
          <a:prstGeom prst="rect">
            <a:avLst/>
          </a:prstGeom>
          <a:solidFill>
            <a:srgbClr val="F6EC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0" y="2240280"/>
            <a:ext cx="2560320" cy="91440"/>
          </a:xfrm>
          <a:prstGeom prst="rect">
            <a:avLst/>
          </a:prstGeom>
          <a:solidFill>
            <a:srgbClr val="C4929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47802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92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3300984"/>
            <a:ext cx="21031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cohesive identity that looks and sounds unmistakably like you.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pieces make up the package. Let's walk through each.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 ·  COMPETENCY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 and identity package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resume and visual identity are the first things an employer sees. They should look like they came from one confident designer.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94560"/>
            <a:ext cx="91440" cy="2240280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2468880"/>
            <a:ext cx="548640" cy="548640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8775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Tailored and tight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for your reach job, every line earning its place. Designed, proofed, and exported clean and ready to send.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194560"/>
            <a:ext cx="91440" cy="2240280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15" name="Shape 12"/>
          <p:cNvSpPr/>
          <p:nvPr/>
        </p:nvSpPr>
        <p:spPr>
          <a:xfrm>
            <a:off x="4956048" y="2468880"/>
            <a:ext cx="548640" cy="548640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877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PACKAGE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consistent personal brand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5604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type, and color carried across your resume, portfolio, and contact pieces. One look, everywhere you appear.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  ·  COMPETENCY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leave-behind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interview ends, what stays on their desk? A small, well-designed piece keeps you memorable long after you walk out.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04872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2374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Tangible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card, mini-booklet, or print object they can hold. Physical sticks in a way a screen does not.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756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3592" y="2404872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52374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On-brand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9359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your identity package exactly. Same fonts, colors, and feel as everything else you handed them.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72200" y="214884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28232" y="2404872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52374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240487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Memorable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28232" y="3081528"/>
            <a:ext cx="1956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sharp idea, beautifully made. It is the nudge that gets you the callback.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 WORK  ·  COMPETENCY 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updated portfolio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portfolio is the proof behind every claim on your resume. It needs to shine in two formats, because employers will meet you in both.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94560"/>
            <a:ext cx="91440" cy="224028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2468880"/>
            <a:ext cx="548640" cy="548640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8775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Live, current, and findable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site with your strongest work, easy to share in a link. Updated, fast, and working on every screen.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194560"/>
            <a:ext cx="91440" cy="2240280"/>
          </a:xfrm>
          <a:prstGeom prst="rect">
            <a:avLst/>
          </a:prstGeom>
          <a:solidFill>
            <a:srgbClr val="C4929E"/>
          </a:solidFill>
          <a:ln/>
        </p:spPr>
      </p:sp>
      <p:sp>
        <p:nvSpPr>
          <p:cNvPr id="15" name="Shape 12"/>
          <p:cNvSpPr/>
          <p:nvPr/>
        </p:nvSpPr>
        <p:spPr>
          <a:xfrm>
            <a:off x="4956048" y="2468880"/>
            <a:ext cx="548640" cy="548640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877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Polished and in hand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5604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printed book for the interview itself. Sequenced to tell a story and built to be flipped through across a table.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recorded presentation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of the package: you, presenting your work in your own words. It shows employers how you think and how you communicate.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04872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2374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Recorded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 video walkthrough of your best projects. Practiced, paced, and clear from start to finish.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756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3592" y="2404872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52374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You, presenting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9359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process, your choices, your story. They hear how you talk about work, not just see the work itself.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72200" y="214884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28232" y="2404872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52374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240487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Shareable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28232" y="3081528"/>
            <a:ext cx="1956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that travels with your application. It works even when you are not in the room.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TAKE-WITH-YOU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keeps working after the course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ends, but your tools do not. You leave with a living system that keeps supporting your career long after the final grade.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94560"/>
            <a:ext cx="91440" cy="2240280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2468880"/>
            <a:ext cx="548640" cy="548640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8775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DASHBOARD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home base stays live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resume, portfolio, and identity assets live in one place you control. Update them anytime, for any new role.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194560"/>
            <a:ext cx="91440" cy="2240280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15" name="Shape 12"/>
          <p:cNvSpPr/>
          <p:nvPr/>
        </p:nvSpPr>
        <p:spPr>
          <a:xfrm>
            <a:off x="4956048" y="2468880"/>
            <a:ext cx="548640" cy="548640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877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AGENT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portable partner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5604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career agent goes with you. It researches companies, tailors applications, and prepares you for what comes next.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SEND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package, complete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pieces, one cohesive submission. Check each one off, and you are ready to apply for real.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267712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3774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8072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resume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51176" y="214884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36976" y="2267712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23774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51176" y="28072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package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99432" y="214884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85232" y="2267712"/>
            <a:ext cx="512064" cy="512064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3774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99432" y="28072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Leave-behind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647688" y="214884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33488" y="2267712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37744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47688" y="28072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portfolio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02920" y="324612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88720" y="3364992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3474720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2920" y="390448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portfolio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2551176" y="324612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236976" y="3364992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3474720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551176" y="390448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presentation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in hand? You are ready to hit send.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2011680"/>
            <a:ext cx="3657600" cy="3657600"/>
          </a:xfrm>
          <a:prstGeom prst="ellipse">
            <a:avLst/>
          </a:prstGeom>
          <a:solidFill>
            <a:srgbClr val="7A508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280160"/>
            <a:ext cx="2743200" cy="2743200"/>
          </a:xfrm>
          <a:prstGeom prst="ellipse">
            <a:avLst/>
          </a:prstGeom>
          <a:solidFill>
            <a:srgbClr val="C4929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822960" cy="82296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ready</a:t>
            </a:r>
            <a:endParaRPr lang="en-US" sz="4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real thing.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course ends. The career begins.”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Final Package</dc:title>
  <dc:subject>PptxGenJS Presentation</dc:subject>
  <dc:creator>AVC 248</dc:creator>
  <cp:lastModifiedBy>AVC 248</cp:lastModifiedBy>
  <cp:revision>1</cp:revision>
  <dcterms:created xsi:type="dcterms:W3CDTF">2026-06-21T17:23:23Z</dcterms:created>
  <dcterms:modified xsi:type="dcterms:W3CDTF">2026-06-21T17:23:23Z</dcterms:modified>
</cp:coreProperties>
</file>