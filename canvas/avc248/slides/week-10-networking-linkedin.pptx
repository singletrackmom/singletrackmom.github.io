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188720"/>
            <a:ext cx="3840480" cy="3840480"/>
          </a:xfrm>
          <a:prstGeom prst="ellipse">
            <a:avLst/>
          </a:prstGeom>
          <a:solidFill>
            <a:srgbClr val="7A508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863840" y="2743200"/>
            <a:ext cx="2468880" cy="2468880"/>
          </a:xfrm>
          <a:prstGeom prst="ellipse">
            <a:avLst/>
          </a:prstGeom>
          <a:solidFill>
            <a:srgbClr val="C4929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1417320"/>
            <a:ext cx="822960" cy="82296"/>
          </a:xfrm>
          <a:prstGeom prst="rect">
            <a:avLst/>
          </a:prstGeom>
          <a:solidFill>
            <a:srgbClr val="B8956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55448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Networking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LinkedIn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66928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4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AVC 248  ·  Design Self-Promotion  ·  Week 10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3886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“Your network is your net worth in this field.”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 ·  COMPETENCY 4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creative jobs are never posted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portfolio gets you considered. The relationship gets you hired. For creatives, who you know quietly opens most of the doors.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240280"/>
            <a:ext cx="2651760" cy="2148840"/>
          </a:xfrm>
          <a:prstGeom prst="rect">
            <a:avLst/>
          </a:prstGeom>
          <a:solidFill>
            <a:srgbClr val="EFE7F0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02920" y="2240280"/>
            <a:ext cx="2651760" cy="91440"/>
          </a:xfrm>
          <a:prstGeom prst="rect">
            <a:avLst/>
          </a:prstGeom>
          <a:solidFill>
            <a:srgbClr val="7A508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2478024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Referrals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31520" y="3300984"/>
            <a:ext cx="2194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a huge share of design roles before they ever reach a job board.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91840" y="2240280"/>
            <a:ext cx="2651760" cy="2148840"/>
          </a:xfrm>
          <a:prstGeom prst="rect">
            <a:avLst/>
          </a:prstGeom>
          <a:solidFill>
            <a:srgbClr val="EAF1EA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291840" y="2240280"/>
            <a:ext cx="2651760" cy="91440"/>
          </a:xfrm>
          <a:prstGeom prst="rect">
            <a:avLst/>
          </a:prstGeom>
          <a:solidFill>
            <a:srgbClr val="6B8F6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520440" y="2478024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8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20440" y="3300984"/>
            <a:ext cx="2194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travels through people. A warm intro beats a cold application.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80760" y="2240280"/>
            <a:ext cx="2560320" cy="2148840"/>
          </a:xfrm>
          <a:prstGeom prst="rect">
            <a:avLst/>
          </a:prstGeom>
          <a:solidFill>
            <a:srgbClr val="F6ECEE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080760" y="2240280"/>
            <a:ext cx="2560320" cy="91440"/>
          </a:xfrm>
          <a:prstGeom prst="rect">
            <a:avLst/>
          </a:prstGeom>
          <a:solidFill>
            <a:srgbClr val="C4929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309360" y="2478024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492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Reach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309360" y="3300984"/>
            <a:ext cx="21031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compounds. Every real connection widens the next opportunity.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is not schmoozing. It is staying really connected.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 BASE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 strong LinkedIn profile includes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will look you up. Make the profile do the work: clear, current, and built around the role you actually want.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19933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58952" y="2377440"/>
            <a:ext cx="566928" cy="566928"/>
          </a:xfrm>
          <a:prstGeom prst="ellipse">
            <a:avLst/>
          </a:prstGeom>
          <a:solidFill>
            <a:srgbClr val="7A5080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49631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" y="301752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Headline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58952" y="342900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your title. Say what you make and who you help, in one sharp line.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660904" y="2103120"/>
            <a:ext cx="19933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916936" y="2377440"/>
            <a:ext cx="566928" cy="566928"/>
          </a:xfrm>
          <a:prstGeom prst="ellipse">
            <a:avLst/>
          </a:prstGeom>
          <a:solidFill>
            <a:srgbClr val="6B8F6E"/>
          </a:solidFill>
          <a:ln/>
        </p:spPr>
        <p:txBody>
          <a:bodyPr/>
          <a:p/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08" y="2496312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16936" y="301752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2916936" y="342900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story in your voice: what you do, what you care about, where you are headed.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818888" y="2103120"/>
            <a:ext cx="19933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5074920" y="2377440"/>
            <a:ext cx="566928" cy="566928"/>
          </a:xfrm>
          <a:prstGeom prst="ellipse">
            <a:avLst/>
          </a:prstGeom>
          <a:solidFill>
            <a:srgbClr val="C4929E"/>
          </a:solidFill>
          <a:ln/>
        </p:spPr>
        <p:txBody>
          <a:bodyPr/>
          <a:p/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2" y="2496312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74920" y="301752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Featured work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5074920" y="3429000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your best pieces up top. Show, do not just tell, what you can do.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976872" y="2103120"/>
            <a:ext cx="166420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7232904" y="2377440"/>
            <a:ext cx="566928" cy="566928"/>
          </a:xfrm>
          <a:prstGeom prst="ellipse">
            <a:avLst/>
          </a:prstGeom>
          <a:solidFill>
            <a:srgbClr val="B8956A"/>
          </a:solidFill>
          <a:ln/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776" y="2496312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32904" y="301752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Keywords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7232904" y="3429000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terms recruiters search. Weave your tools and skills throughout.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Posting and engaging professionally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have to go viral. Showing up consistently and thoughtfully keeps you visible to the people who matter.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94560"/>
            <a:ext cx="39776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02920" y="2194560"/>
            <a:ext cx="91440" cy="2240280"/>
          </a:xfrm>
          <a:prstGeom prst="rect">
            <a:avLst/>
          </a:prstGeom>
          <a:solidFill>
            <a:srgbClr val="7A5080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95528" y="2468880"/>
            <a:ext cx="548640" cy="548640"/>
          </a:xfrm>
          <a:prstGeom prst="ellipse">
            <a:avLst/>
          </a:prstGeom>
          <a:solidFill>
            <a:srgbClr val="7A5080"/>
          </a:solidFill>
          <a:ln/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87752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4688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5528" y="315468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 your work and process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95528" y="397764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finished piece, a behind-the-scenes look, a lesson learned. Real and specific beats polished and empty.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663440" y="2194560"/>
            <a:ext cx="39776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663440" y="2194560"/>
            <a:ext cx="91440" cy="2240280"/>
          </a:xfrm>
          <a:prstGeom prst="rect">
            <a:avLst/>
          </a:prstGeom>
          <a:solidFill>
            <a:srgbClr val="6B8F6E"/>
          </a:solidFill>
          <a:ln/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4956048" y="2468880"/>
            <a:ext cx="548640" cy="548640"/>
          </a:xfrm>
          <a:prstGeom prst="ellipse">
            <a:avLst/>
          </a:prstGeom>
          <a:solidFill>
            <a:srgbClr val="6B8F6E"/>
          </a:solidFill>
          <a:ln/>
        </p:spPr>
        <p:txBody>
          <a:bodyPr/>
          <a:p/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587752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23560" y="24688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956048" y="315468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like a colleague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956048" y="397764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Thoughtful replies on others' work get you noticed faster than your own posts. Be generous, not transactional.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FASTER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a mentor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mentor shortens your learning curve and tells you the things no course will. You do not need to ask anyone to label it mentorship.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27066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58952" y="2404872"/>
            <a:ext cx="566928" cy="566928"/>
          </a:xfrm>
          <a:prstGeom prst="ellipse">
            <a:avLst/>
          </a:prstGeom>
          <a:solidFill>
            <a:srgbClr val="7A5080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523744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404872"/>
            <a:ext cx="1563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 around you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58952" y="3081528"/>
            <a:ext cx="21945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Instructors, alumni, working pros whose path you admire. Mentors are people already a few steps ahead.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37560" y="2148840"/>
            <a:ext cx="27066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3593592" y="2404872"/>
            <a:ext cx="566928" cy="566928"/>
          </a:xfrm>
          <a:prstGeom prst="ellipse">
            <a:avLst/>
          </a:prstGeom>
          <a:solidFill>
            <a:srgbClr val="6B8F6E"/>
          </a:solidFill>
          <a:ln/>
        </p:spPr>
        <p:txBody>
          <a:bodyPr/>
          <a:p/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2523744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97680" y="2404872"/>
            <a:ext cx="1563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small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593592" y="3081528"/>
            <a:ext cx="21945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one specific question. Follow up with what you did. Relationships grow from real exchanges, not big asks.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172200" y="2148840"/>
            <a:ext cx="2468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6428232" y="2404872"/>
            <a:ext cx="566928" cy="566928"/>
          </a:xfrm>
          <a:prstGeom prst="ellipse">
            <a:avLst/>
          </a:prstGeom>
          <a:solidFill>
            <a:srgbClr val="C4929E"/>
          </a:solidFill>
          <a:ln/>
        </p:spPr>
        <p:txBody>
          <a:bodyPr/>
          <a:p/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2523744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32320" y="240487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back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428232" y="3081528"/>
            <a:ext cx="19568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their work, report your wins, respect their time. The best mentorships go both directions.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OUT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Informational interviews &amp; warm outreach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lowest-pressure way to meet people in your field: ask to learn, not to be hired. It opens doors a job application never could.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94560"/>
            <a:ext cx="39776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02920" y="2194560"/>
            <a:ext cx="91440" cy="2240280"/>
          </a:xfrm>
          <a:prstGeom prst="rect">
            <a:avLst/>
          </a:prstGeom>
          <a:solidFill>
            <a:srgbClr val="B8956A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95528" y="2468880"/>
            <a:ext cx="548640" cy="548640"/>
          </a:xfrm>
          <a:prstGeom prst="ellipse">
            <a:avLst/>
          </a:prstGeom>
          <a:solidFill>
            <a:srgbClr val="B8956A"/>
          </a:solidFill>
          <a:ln/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87752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4688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INTERVIEW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5528" y="315468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for fifteen minutes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95528" y="397764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friendly chat about their work and path. Come curious and prepared, and you leave with insight and a new contact.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663440" y="2194560"/>
            <a:ext cx="39776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663440" y="2194560"/>
            <a:ext cx="91440" cy="2240280"/>
          </a:xfrm>
          <a:prstGeom prst="rect">
            <a:avLst/>
          </a:prstGeom>
          <a:solidFill>
            <a:srgbClr val="C4929E"/>
          </a:solidFill>
          <a:ln/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4956048" y="2468880"/>
            <a:ext cx="548640" cy="548640"/>
          </a:xfrm>
          <a:prstGeom prst="ellipse">
            <a:avLst/>
          </a:prstGeom>
          <a:solidFill>
            <a:srgbClr val="C4929E"/>
          </a:solidFill>
          <a:ln/>
        </p:spPr>
        <p:txBody>
          <a:bodyPr/>
          <a:p/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587752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23560" y="24688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4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OUTREACH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956048" y="315468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with a real reason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956048" y="397764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their work, a shared class, or a mutual contact. A personal, specific message gets a reply. A copy-paste does not.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THAN YOU THINK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right here in the classroom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strongest professional network may be the people sitting next to you. These are tomorrow's collaborators, referrers, and hiring managers.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27066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58952" y="2404872"/>
            <a:ext cx="566928" cy="566928"/>
          </a:xfrm>
          <a:prstGeom prst="ellipse">
            <a:avLst/>
          </a:prstGeom>
          <a:solidFill>
            <a:srgbClr val="7A5080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523744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404872"/>
            <a:ext cx="1563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peers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58952" y="3081528"/>
            <a:ext cx="21945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Classmates spread out across studios and companies. Stay in touch and your reach multiplies after graduation.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37560" y="2148840"/>
            <a:ext cx="27066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3593592" y="2404872"/>
            <a:ext cx="566928" cy="566928"/>
          </a:xfrm>
          <a:prstGeom prst="ellipse">
            <a:avLst/>
          </a:prstGeom>
          <a:solidFill>
            <a:srgbClr val="6B8F6E"/>
          </a:solidFill>
          <a:ln/>
        </p:spPr>
        <p:txBody>
          <a:bodyPr/>
          <a:p/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2523744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97680" y="2404872"/>
            <a:ext cx="1563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instructors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593592" y="3081528"/>
            <a:ext cx="21945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know the field and the people in it. Do good work, stay in contact, and they become genuine references.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172200" y="2148840"/>
            <a:ext cx="2468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6428232" y="2404872"/>
            <a:ext cx="566928" cy="566928"/>
          </a:xfrm>
          <a:prstGeom prst="ellipse">
            <a:avLst/>
          </a:prstGeom>
          <a:solidFill>
            <a:srgbClr val="C4929E"/>
          </a:solidFill>
          <a:ln/>
        </p:spPr>
        <p:txBody>
          <a:bodyPr/>
          <a:p/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2523744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32320" y="240487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Alumni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428232" y="3081528"/>
            <a:ext cx="19568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Graduates who walked this exact path are often glad to help. Shared roots make outreach easy.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C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2011680"/>
            <a:ext cx="3657600" cy="3657600"/>
          </a:xfrm>
          <a:prstGeom prst="ellipse">
            <a:avLst/>
          </a:prstGeom>
          <a:solidFill>
            <a:srgbClr val="7A508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914400" y="-1280160"/>
            <a:ext cx="2743200" cy="2743200"/>
          </a:xfrm>
          <a:prstGeom prst="ellipse">
            <a:avLst/>
          </a:prstGeom>
          <a:solidFill>
            <a:srgbClr val="C4929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1691640"/>
            <a:ext cx="822960" cy="82296"/>
          </a:xfrm>
          <a:prstGeom prst="rect">
            <a:avLst/>
          </a:prstGeom>
          <a:solidFill>
            <a:srgbClr val="B8956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82880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network</a:t>
            </a:r>
            <a:endParaRPr lang="en-US" sz="4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you need it.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3429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“Stay connected, and the opportunities find you.”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Networking &amp; LinkedIn</dc:title>
  <dc:subject>PptxGenJS Presentation</dc:subject>
  <dc:creator>AVC 248</dc:creator>
  <cp:lastModifiedBy>AVC 248</cp:lastModifiedBy>
  <cp:revision>1</cp:revision>
  <dcterms:created xsi:type="dcterms:W3CDTF">2026-06-21T17:23:23Z</dcterms:created>
  <dcterms:modified xsi:type="dcterms:W3CDTF">2026-06-21T17:23:23Z</dcterms:modified>
</cp:coreProperties>
</file>