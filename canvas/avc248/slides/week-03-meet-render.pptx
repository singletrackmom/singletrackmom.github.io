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2377440" cy="237744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14400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Render: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Career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Launchpad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“Always know where you are, and where you’re going.”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Render 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 a tool Michelle built for this class. It is one calm home for your whole job or freelance search, so the process stops feeling scattered and stressful.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about your search lives together, not across ten tabs and notebooks.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stress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process gets lighter when it is organized and visible.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direction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know where you stand and what the next move is.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launchpad: built to get you off the ground and pointed somewhere.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modules, at a glance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 built in modules. Each one handles a piece of the search, and they all feed each other.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76272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368296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51094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9304" y="2286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+ Goals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89304" y="2578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and the one role you’re aiming at.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2176272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2368296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518" y="251094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9664" y="2286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Log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169664" y="2578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posting you’re tracking, with status.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63640" y="2176272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368296"/>
            <a:ext cx="548640" cy="54864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510942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50024" y="2286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Vault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050024" y="2578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 versions, organized and ready.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3200400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" y="3392424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" y="3535070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9304" y="33101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Tracker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89304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have, what to build, and your progress.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83280" y="3200400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547872" y="3392424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518" y="3535070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69664" y="33101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169664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outreach, and follow-ups in one view.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63640" y="3200400"/>
            <a:ext cx="26517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28232" y="3392424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878" y="3535070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50024" y="33101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Prep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050024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and notes for each role.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the capstone career agent: the final layer, on the next slide.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capstone career agent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every module sits the agent you build at the end. It reads your Render data and runs your search for you.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383280" cy="18745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566928" cy="566928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6162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1272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top of everything you built all semester and puts it to 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0" y="2212848"/>
            <a:ext cx="45262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432304"/>
            <a:ext cx="457200" cy="45720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54660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24323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job search on a schedule.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43400" y="2980944"/>
            <a:ext cx="457200" cy="45720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09524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29809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goals to filter what matters.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343400" y="3529584"/>
            <a:ext cx="457200" cy="45720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364388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37760" y="3529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fresh postings and next steps.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module you fill in makes the agent smarter.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YOU’LL USE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runs all semester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one-week tool. You live in Render from week one to the capstone, building it up a little at a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profile and lock in the one reach job you’re chasing.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up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jobs, tailor resumes, track skills, and prep interviews week by week.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your career agent and let it run your search for you.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and steady. By the capstone, it’s fully yours.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points at one job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a single reach job early. From then on, every module in Render is aimed at that one target.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29260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212848"/>
            <a:ext cx="128016" cy="187452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77240" y="34015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job anchors your whole semester.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212848"/>
            <a:ext cx="4983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2432304"/>
            <a:ext cx="457200" cy="45720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2546604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480560" y="24323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 is tailored to 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86200" y="2980944"/>
            <a:ext cx="457200" cy="45720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09524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2980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interview prep is built around it.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886200" y="3529584"/>
            <a:ext cx="457200" cy="45720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64388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skill-building is aimed at it.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target keeps every decision focused.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and portable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promises that make Render safe to rely on now and useful long after this class ends.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9776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32304"/>
            <a:ext cx="566928" cy="566928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257970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Anonymous by design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272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or sensitive data ever goes into the AI. Your private details stay private.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212848"/>
            <a:ext cx="3977640" cy="18745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2432304"/>
            <a:ext cx="566928" cy="566928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41" y="257970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 after college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31272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Render with you, including a portable agent that runs in any AI tool you choose.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now, useful later.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while you learn, portable when you leave.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 learning environment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Render as the place you learn the whole craft of a job search by doing it for real, with the agent as the final layer on top.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8138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76856"/>
            <a:ext cx="530352" cy="530352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2414748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267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0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profile, goals, and the reach job underneath it all.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999232"/>
            <a:ext cx="8138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3081528"/>
            <a:ext cx="530352" cy="530352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24" y="3219420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0723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modules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0723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log, resume vault, skills, networking, and interview prep.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803904"/>
            <a:ext cx="8138160" cy="713232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3886200"/>
            <a:ext cx="530352" cy="530352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402409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65760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layer that puts everything you built to work.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craft first. The agent is the reward at the top.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2560320" cy="256032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3566160"/>
            <a:ext cx="2377440" cy="237744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98448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is your home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all semester.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“Open it first. Let’s set up your profile.”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Render: Your Career Launchpad</dc:title>
  <dc:subject>PptxGenJS Presentation</dc:subject>
  <dc:creator>Michelle Blomberg</dc:creator>
  <cp:lastModifiedBy>Michelle Blomberg</cp:lastModifiedBy>
  <cp:revision>1</cp:revision>
  <dcterms:created xsi:type="dcterms:W3CDTF">2026-06-21T16:48:32Z</dcterms:created>
  <dcterms:modified xsi:type="dcterms:W3CDTF">2026-06-21T16:48:32Z</dcterms:modified>
</cp:coreProperties>
</file>