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C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914400"/>
            <a:ext cx="2377440" cy="2377440"/>
          </a:xfrm>
          <a:prstGeom prst="ellipse">
            <a:avLst/>
          </a:prstGeom>
          <a:solidFill>
            <a:srgbClr val="7A508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3108960"/>
            <a:ext cx="2194560" cy="2194560"/>
          </a:xfrm>
          <a:prstGeom prst="ellipse">
            <a:avLst/>
          </a:prstGeom>
          <a:solidFill>
            <a:srgbClr val="C4929E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914400"/>
            <a:ext cx="566928" cy="109728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4300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Portfolio:</a:t>
            </a:r>
            <a:endParaRPr lang="en-US" sz="4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&amp; In Print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246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9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AVC 248  ·  Design Self-Promotion  ·  Week 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37033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“Your work, curated tight, ready for any room.”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 strong portfolio needs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83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portfolio is not everything you have ever made. It is a tight, deliberate selection that proves you can do the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94560"/>
            <a:ext cx="26974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2423160"/>
            <a:ext cx="603504" cy="603504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312724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best work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" y="3474720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pieces you are genuinely proud of. One weak project lowers the whole set.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64992" y="2194560"/>
            <a:ext cx="26974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21024" y="2423160"/>
            <a:ext cx="603504" cy="603504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12" name="Text 10"/>
          <p:cNvSpPr/>
          <p:nvPr/>
        </p:nvSpPr>
        <p:spPr>
          <a:xfrm>
            <a:off x="3621024" y="312724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Tight curation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21024" y="3474720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Fewer, stronger pieces beat a long list. Cut anything that doesn’t earn its place.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27064" y="2194560"/>
            <a:ext cx="26974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83096" y="2423160"/>
            <a:ext cx="603504" cy="603504"/>
          </a:xfrm>
          <a:prstGeom prst="ellipse">
            <a:avLst/>
          </a:prstGeom>
          <a:solidFill>
            <a:srgbClr val="6B8F6E"/>
          </a:solidFill>
          <a:ln/>
        </p:spPr>
      </p:sp>
      <p:sp>
        <p:nvSpPr>
          <p:cNvPr id="16" name="Text 14"/>
          <p:cNvSpPr/>
          <p:nvPr/>
        </p:nvSpPr>
        <p:spPr>
          <a:xfrm>
            <a:off x="6483096" y="312724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story per piece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83096" y="3474720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project carries a short, clear story, not just a pretty final image.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 ruthlessly. Quality of the set beats quantity of pieces.</a:t>
            </a:r>
            <a:endParaRPr lang="en-US" sz="13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863" y="2580071"/>
            <a:ext cx="289682" cy="289682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7935" y="2580071"/>
            <a:ext cx="289682" cy="289682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007" y="2580071"/>
            <a:ext cx="289682" cy="28968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FORMATS, ONE BODY OF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online and print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83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8 asks for a portfolio ready for both online and printed presentation. The same work, prepared two ways.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212848"/>
            <a:ext cx="8183880" cy="67665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2304288"/>
            <a:ext cx="493776" cy="493776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8" name="Text 6"/>
          <p:cNvSpPr/>
          <p:nvPr/>
        </p:nvSpPr>
        <p:spPr>
          <a:xfrm>
            <a:off x="1389888" y="2212848"/>
            <a:ext cx="2816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06240" y="2212848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site or profile, fast to load, easy to share in an email or a link.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9232"/>
            <a:ext cx="8183880" cy="67665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3090672"/>
            <a:ext cx="493776" cy="493776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12" name="Text 10"/>
          <p:cNvSpPr/>
          <p:nvPr/>
        </p:nvSpPr>
        <p:spPr>
          <a:xfrm>
            <a:off x="1389888" y="2999232"/>
            <a:ext cx="2816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print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206240" y="2999232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polished printed book or PDF you can hand over or leave behind in person.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785616"/>
            <a:ext cx="8183880" cy="67665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877056"/>
            <a:ext cx="493776" cy="493776"/>
          </a:xfrm>
          <a:prstGeom prst="ellipse">
            <a:avLst/>
          </a:prstGeom>
          <a:solidFill>
            <a:srgbClr val="6B8F6E"/>
          </a:solidFill>
          <a:ln/>
        </p:spPr>
      </p:sp>
      <p:sp>
        <p:nvSpPr>
          <p:cNvPr id="16" name="Text 14"/>
          <p:cNvSpPr/>
          <p:nvPr/>
        </p:nvSpPr>
        <p:spPr>
          <a:xfrm>
            <a:off x="1389888" y="3785616"/>
            <a:ext cx="2816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Consistent across both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206240" y="3785616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curation, same identity, same quality, whichever way someone sees it.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for reach, print for the room. You need both ready.</a:t>
            </a:r>
            <a:endParaRPr lang="en-US" sz="13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614" y="2432670"/>
            <a:ext cx="237012" cy="237012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614" y="3219054"/>
            <a:ext cx="237012" cy="237012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614" y="4005438"/>
            <a:ext cx="237012" cy="2370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talk about your work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83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piece, walk through the same three beats. It keeps you clear and shows you think like a designer, not just a maker.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94560"/>
            <a:ext cx="26974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2423160"/>
            <a:ext cx="603504" cy="603504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24231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58952" y="3154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58952" y="35021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the challenge or the brief? Set the stage in a sentence or two.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64992" y="2194560"/>
            <a:ext cx="26974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21024" y="2423160"/>
            <a:ext cx="603504" cy="603504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13" name="Text 11"/>
          <p:cNvSpPr/>
          <p:nvPr/>
        </p:nvSpPr>
        <p:spPr>
          <a:xfrm>
            <a:off x="3621024" y="24231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21024" y="3154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made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21024" y="35021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decisions and the work itself. What you did and why you did 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27064" y="2194560"/>
            <a:ext cx="26974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83096" y="2423160"/>
            <a:ext cx="603504" cy="603504"/>
          </a:xfrm>
          <a:prstGeom prst="ellipse">
            <a:avLst/>
          </a:prstGeom>
          <a:solidFill>
            <a:srgbClr val="6B8F6E"/>
          </a:solidFill>
          <a:ln/>
        </p:spPr>
      </p:sp>
      <p:sp>
        <p:nvSpPr>
          <p:cNvPr id="18" name="Text 16"/>
          <p:cNvSpPr/>
          <p:nvPr/>
        </p:nvSpPr>
        <p:spPr>
          <a:xfrm>
            <a:off x="6483096" y="24231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83096" y="3154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result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83096" y="35021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or what it achieved. Land the outcome with confidence.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0292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what you made, result. Same three beats every time.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CHECKPOINT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in-process presentation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83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midterm you present your work in progress, on camera. It is a checkpoint, and it is also real interview practice.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212848"/>
            <a:ext cx="8183880" cy="67665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2304288"/>
            <a:ext cx="493776" cy="493776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8" name="Text 6"/>
          <p:cNvSpPr/>
          <p:nvPr/>
        </p:nvSpPr>
        <p:spPr>
          <a:xfrm>
            <a:off x="1389888" y="2212848"/>
            <a:ext cx="2816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camera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06240" y="2212848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talk through your work out loud, just like a remote interview or client call.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9232"/>
            <a:ext cx="8183880" cy="67665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3090672"/>
            <a:ext cx="493776" cy="493776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12" name="Text 10"/>
          <p:cNvSpPr/>
          <p:nvPr/>
        </p:nvSpPr>
        <p:spPr>
          <a:xfrm>
            <a:off x="1389888" y="2999232"/>
            <a:ext cx="2816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process is fine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206240" y="2999232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need to be finished. We want to see your thinking and direction.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785616"/>
            <a:ext cx="8183880" cy="67665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877056"/>
            <a:ext cx="493776" cy="493776"/>
          </a:xfrm>
          <a:prstGeom prst="ellipse">
            <a:avLst/>
          </a:prstGeom>
          <a:solidFill>
            <a:srgbClr val="6B8F6E"/>
          </a:solidFill>
          <a:ln/>
        </p:spPr>
      </p:sp>
      <p:sp>
        <p:nvSpPr>
          <p:cNvPr id="16" name="Text 14"/>
          <p:cNvSpPr/>
          <p:nvPr/>
        </p:nvSpPr>
        <p:spPr>
          <a:xfrm>
            <a:off x="1389888" y="3785616"/>
            <a:ext cx="2816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Interview reps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206240" y="3785616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Presenting your work is the exact skill interviews test. Reps now pay off later.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Presenting on camera now is the best interview prep you can get.</a:t>
            </a:r>
            <a:endParaRPr lang="en-US" sz="13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614" y="2432670"/>
            <a:ext cx="237012" cy="237012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614" y="3219054"/>
            <a:ext cx="237012" cy="237012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614" y="4005438"/>
            <a:ext cx="237012" cy="2370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AHEAD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Planning the second half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83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midterm is the pivot point. Use it to set a clear plan for finishing strong across the rest of the term.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94560"/>
            <a:ext cx="4078224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404872"/>
            <a:ext cx="530352" cy="530352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340864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Finish strong pieces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651760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projects that will anchor your final portfolio.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45736" y="2194560"/>
            <a:ext cx="4078224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74336" y="2404872"/>
            <a:ext cx="530352" cy="530352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12" name="Text 10"/>
          <p:cNvSpPr/>
          <p:nvPr/>
        </p:nvSpPr>
        <p:spPr>
          <a:xfrm>
            <a:off x="5660136" y="2340864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Fill the gaps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660136" y="2651760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what the set is missing and plan work to round it out.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300984"/>
            <a:ext cx="4078224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511296"/>
            <a:ext cx="530352" cy="530352"/>
          </a:xfrm>
          <a:prstGeom prst="ellipse">
            <a:avLst/>
          </a:prstGeom>
          <a:solidFill>
            <a:srgbClr val="B8956A"/>
          </a:solidFill>
          <a:ln/>
        </p:spPr>
      </p:sp>
      <p:sp>
        <p:nvSpPr>
          <p:cNvPr id="16" name="Text 14"/>
          <p:cNvSpPr/>
          <p:nvPr/>
        </p:nvSpPr>
        <p:spPr>
          <a:xfrm>
            <a:off x="1417320" y="3447288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both versions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758184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online site and the print book ready in parallel.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45736" y="3300984"/>
            <a:ext cx="4078224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974336" y="3511296"/>
            <a:ext cx="530352" cy="530352"/>
          </a:xfrm>
          <a:prstGeom prst="ellipse">
            <a:avLst/>
          </a:prstGeom>
          <a:solidFill>
            <a:srgbClr val="6B8F6E"/>
          </a:solidFill>
          <a:ln/>
        </p:spPr>
      </p:sp>
      <p:sp>
        <p:nvSpPr>
          <p:cNvPr id="20" name="Text 18"/>
          <p:cNvSpPr/>
          <p:nvPr/>
        </p:nvSpPr>
        <p:spPr>
          <a:xfrm>
            <a:off x="5660136" y="3447288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Aim at your reach job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660136" y="3758184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tailoring the whole set toward the role you are chasing.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now means a finished, polished portfolio later.</a:t>
            </a:r>
            <a:endParaRPr lang="en-US" sz="13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9412" y="2542764"/>
            <a:ext cx="254569" cy="254569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412" y="3649188"/>
            <a:ext cx="254569" cy="254569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228" y="2542764"/>
            <a:ext cx="254569" cy="254569"/>
          </a:xfrm>
          <a:prstGeom prst="rect">
            <a:avLst/>
          </a:prstGeom>
        </p:spPr>
      </p:pic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2228" y="3649188"/>
            <a:ext cx="254569" cy="25456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THESE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pitfalls to avoid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83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work can still be let down by how it is shown. Check your portfolio against these before you share it.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94560"/>
            <a:ext cx="26974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2423160"/>
            <a:ext cx="603504" cy="603504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312724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Showing everything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" y="3474720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Dumping every project in dilutes your strongest work. Cut hard.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64992" y="2194560"/>
            <a:ext cx="26974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21024" y="2423160"/>
            <a:ext cx="603504" cy="603504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12" name="Text 10"/>
          <p:cNvSpPr/>
          <p:nvPr/>
        </p:nvSpPr>
        <p:spPr>
          <a:xfrm>
            <a:off x="3621024" y="312724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Images with no story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21024" y="3474720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Pretty pictures with no context. Add the problem and the result.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27064" y="2194560"/>
            <a:ext cx="26974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83096" y="2423160"/>
            <a:ext cx="603504" cy="603504"/>
          </a:xfrm>
          <a:prstGeom prst="ellipse">
            <a:avLst/>
          </a:prstGeom>
          <a:solidFill>
            <a:srgbClr val="6B8F6E"/>
          </a:solidFill>
          <a:ln/>
        </p:spPr>
      </p:sp>
      <p:sp>
        <p:nvSpPr>
          <p:cNvPr id="16" name="Text 14"/>
          <p:cNvSpPr/>
          <p:nvPr/>
        </p:nvSpPr>
        <p:spPr>
          <a:xfrm>
            <a:off x="6483096" y="312724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but not print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83096" y="3474720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only one format. You need both ready to go for competency 8.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and your work speaks clearly in any format.</a:t>
            </a:r>
            <a:endParaRPr lang="en-US" sz="13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863" y="2580071"/>
            <a:ext cx="289682" cy="289682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7935" y="2580071"/>
            <a:ext cx="289682" cy="289682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007" y="2580071"/>
            <a:ext cx="289682" cy="2896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5C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822960"/>
            <a:ext cx="2560320" cy="2560320"/>
          </a:xfrm>
          <a:prstGeom prst="ellipse">
            <a:avLst/>
          </a:prstGeom>
          <a:solidFill>
            <a:srgbClr val="7A508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640080" y="3566160"/>
            <a:ext cx="2377440" cy="2377440"/>
          </a:xfrm>
          <a:prstGeom prst="ellipse">
            <a:avLst/>
          </a:prstGeom>
          <a:solidFill>
            <a:srgbClr val="7A5080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298448"/>
            <a:ext cx="566928" cy="109728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36192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best work.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and in print.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3246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“Curate it tight, then tell its story with confidence.”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Portfolio: Online &amp; In Print</dc:title>
  <dc:subject>PptxGenJS Presentation</dc:subject>
  <dc:creator>Michelle Blomberg</dc:creator>
  <cp:lastModifiedBy>Michelle Blomberg</cp:lastModifiedBy>
  <cp:revision>1</cp:revision>
  <dcterms:created xsi:type="dcterms:W3CDTF">2026-06-21T17:26:29Z</dcterms:created>
  <dcterms:modified xsi:type="dcterms:W3CDTF">2026-06-21T17:26:29Z</dcterms:modified>
</cp:coreProperties>
</file>