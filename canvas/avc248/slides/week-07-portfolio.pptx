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914400"/>
            <a:ext cx="2377440" cy="2377440"/>
          </a:xfrm>
          <a:prstGeom prst="ellipse">
            <a:avLst/>
          </a:prstGeom>
          <a:solidFill>
            <a:srgbClr val="7A5080">
              <a:alpha val="6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498080" y="3108960"/>
            <a:ext cx="2194560" cy="2194560"/>
          </a:xfrm>
          <a:prstGeom prst="ellipse">
            <a:avLst/>
          </a:prstGeom>
          <a:solidFill>
            <a:srgbClr val="C4929E">
              <a:alpha val="3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914400"/>
            <a:ext cx="566928" cy="109728"/>
          </a:xfrm>
          <a:prstGeom prst="rect">
            <a:avLst/>
          </a:prstGeom>
          <a:solidFill>
            <a:srgbClr val="B8956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14300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Portfolio:</a:t>
            </a:r>
            <a:endParaRPr lang="en-US" sz="4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&amp; In Print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AVC 248  ·  Design Self-Promotion  ·  Week 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703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work, curated tight, ready for any room.”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strong portfolio needs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is not everything you have ever made. It is a tight, deliberate selection that proves you can do the work.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26974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58952" y="2423160"/>
            <a:ext cx="603504" cy="603504"/>
          </a:xfrm>
          <a:prstGeom prst="ellipse">
            <a:avLst/>
          </a:prstGeom>
          <a:solidFill>
            <a:srgbClr val="C4929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31272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best 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952" y="347472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pieces you are really proud of. One weak project lowers the whole set.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64992" y="2194560"/>
            <a:ext cx="26974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21024" y="2423160"/>
            <a:ext cx="603504" cy="603504"/>
          </a:xfrm>
          <a:prstGeom prst="ellipse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21024" y="31272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Tight curation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21024" y="347472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stronger pieces beat a long list. Cut anything that doesn’t earn its place.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27064" y="2194560"/>
            <a:ext cx="26974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483096" y="2423160"/>
            <a:ext cx="603504" cy="603504"/>
          </a:xfrm>
          <a:prstGeom prst="ellipse">
            <a:avLst/>
          </a:prstGeom>
          <a:solidFill>
            <a:srgbClr val="6B8F6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83096" y="31272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story per piece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83096" y="347472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carries a short, clear story, not just a pretty final image.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ruthlessly. Quality of the set beats quantity of pieces.</a:t>
            </a:r>
            <a:endParaRPr lang="en-US" sz="13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863" y="2580071"/>
            <a:ext cx="289682" cy="289682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935" y="2580071"/>
            <a:ext cx="289682" cy="289682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007" y="2580071"/>
            <a:ext cx="289682" cy="2896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FORMATS, ONE BODY OF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online and print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8 asks for a portfolio ready for both online and printed presentation. The same work, prepared two ways.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12848"/>
            <a:ext cx="818388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13232" y="2304288"/>
            <a:ext cx="493776" cy="493776"/>
          </a:xfrm>
          <a:prstGeom prst="ellipse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89888" y="2212848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06240" y="221284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site or profile, fast to load, easy to share in an email or a link.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99232"/>
            <a:ext cx="818388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13232" y="3090672"/>
            <a:ext cx="493776" cy="493776"/>
          </a:xfrm>
          <a:prstGeom prst="ellipse">
            <a:avLst/>
          </a:prstGeom>
          <a:solidFill>
            <a:srgbClr val="C4929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89888" y="29992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print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06240" y="299923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polished printed book or PDF you can hand over or leave behind in person.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785616"/>
            <a:ext cx="818388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13232" y="3877056"/>
            <a:ext cx="493776" cy="493776"/>
          </a:xfrm>
          <a:prstGeom prst="ellipse">
            <a:avLst/>
          </a:prstGeom>
          <a:solidFill>
            <a:srgbClr val="6B8F6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389888" y="3785616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Consistent across both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06240" y="3785616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curation, same identity, same quality, whichever way someone sees it.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for reach, print for the room. You need both ready.</a:t>
            </a:r>
            <a:endParaRPr lang="en-US" sz="13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614" y="2432670"/>
            <a:ext cx="237012" cy="237012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614" y="3219054"/>
            <a:ext cx="237012" cy="237012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14" y="4005438"/>
            <a:ext cx="237012" cy="2370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talk about your work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piece, walk through the same three beats. It keeps you clear and shows you think like a designer, not just a maker.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26974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58952" y="2423160"/>
            <a:ext cx="603504" cy="603504"/>
          </a:xfrm>
          <a:prstGeom prst="ellipse">
            <a:avLst/>
          </a:prstGeom>
          <a:solidFill>
            <a:srgbClr val="C4929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24231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8952" y="3154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" y="350215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challenge or the brief? Set the stage in a sentence or two.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64992" y="2194560"/>
            <a:ext cx="26974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21024" y="2423160"/>
            <a:ext cx="603504" cy="603504"/>
          </a:xfrm>
          <a:prstGeom prst="ellipse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21024" y="24231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21024" y="3154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made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21024" y="350215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decisions and the work itself. What you did and why you did it.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27064" y="2194560"/>
            <a:ext cx="26974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83096" y="2423160"/>
            <a:ext cx="603504" cy="603504"/>
          </a:xfrm>
          <a:prstGeom prst="ellipse">
            <a:avLst/>
          </a:prstGeom>
          <a:solidFill>
            <a:srgbClr val="6B8F6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83096" y="24231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83096" y="3154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83096" y="350215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or what it achieved. Land the outcome with confidence.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what you made, result. Same three beats every time.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CHECKPOINT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in-process presentation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midterm you present your work in progress, on camera. It is a checkpoint, and it is also real interview practice.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12848"/>
            <a:ext cx="818388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13232" y="2304288"/>
            <a:ext cx="493776" cy="493776"/>
          </a:xfrm>
          <a:prstGeom prst="ellipse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89888" y="2212848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camera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06240" y="221284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talk through your work out loud, just like a remote interview or client call.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99232"/>
            <a:ext cx="818388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13232" y="3090672"/>
            <a:ext cx="493776" cy="493776"/>
          </a:xfrm>
          <a:prstGeom prst="ellipse">
            <a:avLst/>
          </a:prstGeom>
          <a:solidFill>
            <a:srgbClr val="C4929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89888" y="29992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process is fine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06240" y="299923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need to be finished. We want to see your thinking and direction.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785616"/>
            <a:ext cx="818388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13232" y="3877056"/>
            <a:ext cx="493776" cy="493776"/>
          </a:xfrm>
          <a:prstGeom prst="ellipse">
            <a:avLst/>
          </a:prstGeom>
          <a:solidFill>
            <a:srgbClr val="6B8F6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389888" y="3785616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reps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06240" y="3785616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your work is the exact skill interviews test. Reps now pay off later.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on camera now is the best interview prep you can get.</a:t>
            </a:r>
            <a:endParaRPr lang="en-US" sz="13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614" y="2432670"/>
            <a:ext cx="237012" cy="237012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614" y="3219054"/>
            <a:ext cx="237012" cy="237012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14" y="4005438"/>
            <a:ext cx="237012" cy="2370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AHEAD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the second half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midterm is the pivot point. Use it to set a clear plan for finishing strong across the rest of the term.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4078224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2404872"/>
            <a:ext cx="530352" cy="530352"/>
          </a:xfrm>
          <a:prstGeom prst="ellipse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2340864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Finish strong pieces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651760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projects that will anchor your final portfolio.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45736" y="2194560"/>
            <a:ext cx="4078224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74336" y="2404872"/>
            <a:ext cx="530352" cy="530352"/>
          </a:xfrm>
          <a:prstGeom prst="ellipse">
            <a:avLst/>
          </a:prstGeom>
          <a:solidFill>
            <a:srgbClr val="C4929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660136" y="2340864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 the gaps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0136" y="2651760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what the set is missing and plan work to round it out.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300984"/>
            <a:ext cx="4078224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31520" y="3511296"/>
            <a:ext cx="530352" cy="530352"/>
          </a:xfrm>
          <a:prstGeom prst="ellipse">
            <a:avLst/>
          </a:prstGeom>
          <a:solidFill>
            <a:srgbClr val="B8956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7320" y="3447288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both versions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758184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online site and the print book ready in parallel.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45736" y="3300984"/>
            <a:ext cx="4078224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974336" y="3511296"/>
            <a:ext cx="530352" cy="530352"/>
          </a:xfrm>
          <a:prstGeom prst="ellipse">
            <a:avLst/>
          </a:prstGeom>
          <a:solidFill>
            <a:srgbClr val="6B8F6E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660136" y="3447288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 at your reach job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60136" y="3758184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tailoring the whole set toward the role you are chasing.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now means a finished, polished portfolio later.</a:t>
            </a:r>
            <a:endParaRPr lang="en-US" sz="13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412" y="2542764"/>
            <a:ext cx="254569" cy="254569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12" y="3649188"/>
            <a:ext cx="254569" cy="254569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228" y="2542764"/>
            <a:ext cx="254569" cy="254569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2228" y="3649188"/>
            <a:ext cx="254569" cy="2545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pitfalls to avoid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work can still be let down by how it is shown. Check your portfolio against these before you share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26974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58952" y="2423160"/>
            <a:ext cx="603504" cy="603504"/>
          </a:xfrm>
          <a:prstGeom prst="ellipse">
            <a:avLst/>
          </a:prstGeom>
          <a:solidFill>
            <a:srgbClr val="7A508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31272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Showing everything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952" y="347472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Dumping every project in dilutes your strongest work. Cut hard.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64992" y="2194560"/>
            <a:ext cx="26974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21024" y="2423160"/>
            <a:ext cx="603504" cy="603504"/>
          </a:xfrm>
          <a:prstGeom prst="ellipse">
            <a:avLst/>
          </a:prstGeom>
          <a:solidFill>
            <a:srgbClr val="C4929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21024" y="31272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Images with no story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21024" y="347472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Pretty pictures with no context. Add the problem and the result.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27064" y="2194560"/>
            <a:ext cx="26974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483096" y="2423160"/>
            <a:ext cx="603504" cy="603504"/>
          </a:xfrm>
          <a:prstGeom prst="ellipse">
            <a:avLst/>
          </a:prstGeom>
          <a:solidFill>
            <a:srgbClr val="6B8F6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83096" y="31272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5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but not print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83096" y="347472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only one format. You need both ready to go for competency 8.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and your work speaks clearly in any format.</a:t>
            </a:r>
            <a:endParaRPr lang="en-US" sz="13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863" y="2580071"/>
            <a:ext cx="289682" cy="289682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935" y="2580071"/>
            <a:ext cx="289682" cy="289682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007" y="2580071"/>
            <a:ext cx="289682" cy="2896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C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822960"/>
            <a:ext cx="2560320" cy="2560320"/>
          </a:xfrm>
          <a:prstGeom prst="ellipse">
            <a:avLst/>
          </a:prstGeom>
          <a:solidFill>
            <a:srgbClr val="7A5080">
              <a:alpha val="6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640080" y="3566160"/>
            <a:ext cx="2377440" cy="2377440"/>
          </a:xfrm>
          <a:prstGeom prst="ellipse">
            <a:avLst/>
          </a:prstGeom>
          <a:solidFill>
            <a:srgbClr val="7A5080">
              <a:alpha val="5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1298448"/>
            <a:ext cx="566928" cy="109728"/>
          </a:xfrm>
          <a:prstGeom prst="rect">
            <a:avLst/>
          </a:prstGeom>
          <a:solidFill>
            <a:srgbClr val="B8956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536192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best work.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and in print.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“Curate it tight, then tell its story with confidence.”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Portfolio: Online &amp; In Print</dc:title>
  <dc:subject>PptxGenJS Presentation</dc:subject>
  <dc:creator>Michelle Blomberg</dc:creator>
  <cp:lastModifiedBy>Michelle Blomberg</cp:lastModifiedBy>
  <cp:revision>1</cp:revision>
  <dcterms:created xsi:type="dcterms:W3CDTF">2026-06-21T17:26:29Z</dcterms:created>
  <dcterms:modified xsi:type="dcterms:W3CDTF">2026-06-21T17:26:29Z</dcterms:modified>
</cp:coreProperties>
</file>